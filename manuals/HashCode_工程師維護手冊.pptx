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7" r:id="rId4"/>
    <p:sldMasterId id="2147483845" r:id="rId5"/>
  </p:sldMasterIdLst>
  <p:notesMasterIdLst>
    <p:notesMasterId r:id="rId21"/>
  </p:notesMasterIdLst>
  <p:handoutMasterIdLst>
    <p:handoutMasterId r:id="rId22"/>
  </p:handoutMasterIdLst>
  <p:sldIdLst>
    <p:sldId id="4995" r:id="rId6"/>
    <p:sldId id="4996" r:id="rId7"/>
    <p:sldId id="4997" r:id="rId8"/>
    <p:sldId id="4998" r:id="rId9"/>
    <p:sldId id="4999" r:id="rId10"/>
    <p:sldId id="5000" r:id="rId11"/>
    <p:sldId id="5001" r:id="rId12"/>
    <p:sldId id="5002" r:id="rId13"/>
    <p:sldId id="5003" r:id="rId14"/>
    <p:sldId id="5004" r:id="rId15"/>
    <p:sldId id="5005" r:id="rId16"/>
    <p:sldId id="5006" r:id="rId17"/>
    <p:sldId id="5007" r:id="rId18"/>
    <p:sldId id="5008" r:id="rId19"/>
    <p:sldId id="5009" r:id="rId20"/>
  </p:sldIdLst>
  <p:sldSz cx="12192000" cy="6858000"/>
  <p:notesSz cx="6797675" cy="9926638"/>
  <p:custDataLst>
    <p:tags r:id="rId2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F0000"/>
    <a:srgbClr val="ED53D7"/>
    <a:srgbClr val="D1D7DA"/>
    <a:srgbClr val="9DAFCC"/>
    <a:srgbClr val="4B5669"/>
    <a:srgbClr val="FFFFFF"/>
    <a:srgbClr val="2D76AD"/>
    <a:srgbClr val="215983"/>
    <a:srgbClr val="3D8E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17EA92-75D0-4044-A80A-286907CE0DDC}">
  <a:tblStyle styleId="{0817EA92-75D0-4044-A80A-286907CE0DDC}" styleName="Beckhoff Standard Table Style">
    <a:wholeTbl>
      <a:tcTxStyle>
        <a:fontRef idx="minor">
          <a:prstClr val="black"/>
        </a:fontRef>
        <a:schemeClr val="dk1"/>
      </a:tcTxStyle>
      <a:tcStyle>
        <a:tcBdr>
          <a:left>
            <a:ln w="0" cmpd="sng">
              <a:solidFill>
                <a:schemeClr val="lt1"/>
              </a:solidFill>
            </a:ln>
          </a:left>
          <a:right>
            <a:ln w="0" cmpd="sng">
              <a:solidFill>
                <a:schemeClr val="lt1"/>
              </a:solidFill>
            </a:ln>
          </a:right>
          <a:top>
            <a:ln w="12700" cmpd="sng">
              <a:solidFill>
                <a:schemeClr val="lt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lt1"/>
          </a:solidFill>
        </a:fill>
      </a:tcStyle>
    </a:wholeTbl>
    <a:band1H>
      <a:tcStyle>
        <a:tcBdr/>
      </a:tcStyle>
    </a:band1H>
    <a:band2H>
      <a:tcStyle>
        <a:tcBdr/>
        <a:fill>
          <a:solidFill>
            <a:schemeClr val="lt2">
              <a:tint val="60000"/>
            </a:schemeClr>
          </a:solidFill>
        </a:fill>
      </a:tcStyle>
    </a:band2H>
    <a:band1V>
      <a:tcStyle>
        <a:tcBdr/>
      </a:tcStyle>
    </a:band1V>
    <a:band2V>
      <a:tcStyle>
        <a:tcBdr/>
        <a:fill>
          <a:solidFill>
            <a:schemeClr val="lt2">
              <a:tint val="60000"/>
            </a:schemeClr>
          </a:solidFill>
        </a:fill>
      </a:tcStyle>
    </a:band2V>
    <a:lastCol>
      <a:tcTxStyle b="on">
        <a:fontRef idx="minor">
          <a:prstClr val="black"/>
        </a:fontRef>
        <a:schemeClr val="dk1"/>
      </a:tcTxStyle>
      <a:tcStyle>
        <a:tcBdr/>
        <a:fill>
          <a:solidFill>
            <a:schemeClr val="accent1"/>
          </a:solidFill>
        </a:fill>
      </a:tcStyle>
    </a:lastCol>
    <a:firstCol>
      <a:tcTxStyle b="on">
        <a:fontRef idx="minor">
          <a:prstClr val="black"/>
        </a:fontRef>
        <a:schemeClr val="dk1"/>
      </a:tcTxStyle>
      <a:tcStyle>
        <a:tcBdr/>
        <a:fill>
          <a:solidFill>
            <a:schemeClr val="accent1"/>
          </a:solidFill>
        </a:fill>
      </a:tcStyle>
    </a:firstCol>
    <a:lastRow>
      <a:tcTxStyle b="on">
        <a:fontRef idx="minor">
          <a:prstClr val="black"/>
        </a:fontRef>
        <a:schemeClr val="lt1"/>
      </a:tcTxStyle>
      <a:tcStyle>
        <a:tcBdr>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2"/>
          </a:solidFill>
        </a:fill>
      </a:tcStyle>
    </a:lastRow>
    <a:firstRow>
      <a:tcTxStyle b="on">
        <a:fontRef idx="minor">
          <a:prstClr val="black"/>
        </a:fontRef>
        <a:schemeClr val="lt1"/>
      </a:tcTxStyle>
      <a:tcStyle>
        <a:tcBdr>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2"/>
          </a:solid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C22544A-7EE6-4342-B048-85BDC9FD1C3A}" styleName="Mittlere Formatvorlage 2 - Akzent 1">
    <a:wholeTbl>
      <a:tcTxStyle>
        <a:fontRef idx="minor">
          <a:prstClr val="black"/>
        </a:fontRef>
        <a:schemeClr val="dk1"/>
      </a:tcTxStyle>
      <a:tcStyle>
        <a:tcBdr>
          <a:left>
            <a:ln w="0" cmpd="sng">
              <a:solidFill>
                <a:schemeClr val="lt1"/>
              </a:solidFill>
            </a:ln>
          </a:left>
          <a:right>
            <a:ln w="0" cmpd="sng">
              <a:solidFill>
                <a:schemeClr val="lt1"/>
              </a:solidFill>
            </a:ln>
          </a:right>
          <a:top>
            <a:ln w="12700" cmpd="sng">
              <a:solidFill>
                <a:schemeClr val="lt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lt1"/>
          </a:solidFill>
        </a:fill>
      </a:tcStyle>
    </a:wholeTbl>
    <a:band1H>
      <a:tcStyle>
        <a:tcBdr/>
      </a:tcStyle>
    </a:band1H>
    <a:band2H>
      <a:tcStyle>
        <a:tcBdr/>
        <a:fill>
          <a:solidFill>
            <a:schemeClr val="lt2">
              <a:tint val="60000"/>
            </a:schemeClr>
          </a:solidFill>
        </a:fill>
      </a:tcStyle>
    </a:band2H>
    <a:band1V>
      <a:tcStyle>
        <a:tcBdr/>
      </a:tcStyle>
    </a:band1V>
    <a:band2V>
      <a:tcStyle>
        <a:tcBdr/>
        <a:fill>
          <a:solidFill>
            <a:schemeClr val="lt2">
              <a:tint val="60000"/>
            </a:schemeClr>
          </a:solidFill>
        </a:fill>
      </a:tcStyle>
    </a:band2V>
    <a:lastCol>
      <a:tcTxStyle b="on">
        <a:fontRef idx="minor">
          <a:prstClr val="black"/>
        </a:fontRef>
        <a:schemeClr val="dk1"/>
      </a:tcTxStyle>
      <a:tcStyle>
        <a:tcBdr/>
        <a:fill>
          <a:solidFill>
            <a:schemeClr val="accent1"/>
          </a:solidFill>
        </a:fill>
      </a:tcStyle>
    </a:lastCol>
    <a:firstCol>
      <a:tcTxStyle b="on">
        <a:fontRef idx="minor">
          <a:prstClr val="black"/>
        </a:fontRef>
        <a:schemeClr val="dk1"/>
      </a:tcTxStyle>
      <a:tcStyle>
        <a:tcBdr/>
        <a:fill>
          <a:solidFill>
            <a:schemeClr val="accent1"/>
          </a:solidFill>
        </a:fill>
      </a:tcStyle>
    </a:firstCol>
    <a:lastRow>
      <a:tcTxStyle b="on">
        <a:fontRef idx="minor">
          <a:prstClr val="black"/>
        </a:fontRef>
        <a:schemeClr val="lt1"/>
      </a:tcTxStyle>
      <a:tcStyle>
        <a:tcBdr>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solidFill>
        </a:fill>
      </a:tcStyle>
    </a:lastRow>
    <a:firstRow>
      <a:tcTxStyle b="on">
        <a:fontRef idx="minor">
          <a:prstClr val="black"/>
        </a:fontRef>
        <a:schemeClr val="lt1"/>
      </a:tcTxStyle>
      <a:tcStyle>
        <a:tcBdr>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dk2"/>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dk2"/>
          </a:solidFill>
        </a:fill>
      </a:tcStyle>
    </a:lastRow>
    <a:firstRow>
      <a:tcTxStyle b="on">
        <a:fontRef idx="minor">
          <a:scrgbClr r="0" g="0" b="0"/>
        </a:fontRef>
        <a:schemeClr val="dk2"/>
      </a:tcTxStyle>
      <a:tcStyle>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dk2"/>
              </a:solidFill>
            </a:ln>
          </a:left>
          <a:right>
            <a:ln w="12700" cmpd="sng">
              <a:solidFill>
                <a:schemeClr val="dk2"/>
              </a:solidFill>
            </a:ln>
          </a:right>
          <a:top>
            <a:ln w="12700" cmpd="sng">
              <a:solidFill>
                <a:schemeClr val="dk2"/>
              </a:solidFill>
            </a:ln>
          </a:top>
          <a:bottom>
            <a:ln w="12700" cmpd="sng">
              <a:solidFill>
                <a:schemeClr val="dk2"/>
              </a:solidFill>
            </a:ln>
          </a:bottom>
          <a:insideH>
            <a:ln w="12700" cmpd="sng">
              <a:solidFill>
                <a:schemeClr val="dk2"/>
              </a:solidFill>
            </a:ln>
          </a:insideH>
          <a:insideV>
            <a:ln w="12700" cmpd="sng">
              <a:solidFill>
                <a:schemeClr val="dk2"/>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dk2"/>
      </a:tcTxStyle>
      <a:tcStyle>
        <a:tcBdr/>
        <a:fill>
          <a:solidFill>
            <a:schemeClr val="accent1"/>
          </a:solidFill>
        </a:fill>
      </a:tcStyle>
    </a:lastCol>
    <a:firstCol>
      <a:tcTxStyle b="on">
        <a:fontRef idx="minor">
          <a:prstClr val="black"/>
        </a:fontRef>
        <a:schemeClr val="dk2"/>
      </a:tcTxStyle>
      <a:tcStyle>
        <a:tcBdr/>
        <a:fill>
          <a:solidFill>
            <a:schemeClr val="accent1"/>
          </a:solidFill>
        </a:fill>
      </a:tcStyle>
    </a:firstCol>
    <a:lastRow>
      <a:tcTxStyle b="on">
        <a:fontRef idx="minor">
          <a:prstClr val="black"/>
        </a:fontRef>
        <a:schemeClr val="dk2"/>
      </a:tcTxStyle>
      <a:tcStyle>
        <a:tcBdr>
          <a:top>
            <a:ln w="38100" cmpd="sng">
              <a:solidFill>
                <a:schemeClr val="dk2"/>
              </a:solidFill>
            </a:ln>
          </a:top>
        </a:tcBdr>
        <a:fill>
          <a:solidFill>
            <a:schemeClr val="accent2"/>
          </a:solidFill>
        </a:fill>
      </a:tcStyle>
    </a:lastRow>
    <a:firstRow>
      <a:tcTxStyle b="on">
        <a:fontRef idx="minor">
          <a:prstClr val="black"/>
        </a:fontRef>
        <a:schemeClr val="dk2"/>
      </a:tcTxStyle>
      <a:tcStyle>
        <a:tcBdr>
          <a:bottom>
            <a:ln w="38100" cmpd="sng">
              <a:solidFill>
                <a:schemeClr val="dk2"/>
              </a:solidFill>
            </a:ln>
          </a:bottom>
        </a:tcBdr>
        <a:fill>
          <a:solidFill>
            <a:schemeClr val="accent2"/>
          </a:solidFill>
        </a:fill>
      </a:tcStyle>
    </a:firstRow>
  </a:tblStyle>
  <a:tblStyle styleId="{9DCAF9ED-07DC-4A11-8D7F-57B35C25682E}" styleName="Mittlere Formatvorlage 1 - Akz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dk2"/>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230" y="43"/>
      </p:cViewPr>
      <p:guideLst/>
    </p:cSldViewPr>
  </p:slideViewPr>
  <p:notesTextViewPr>
    <p:cViewPr>
      <p:scale>
        <a:sx n="1" d="1"/>
        <a:sy n="1" d="1"/>
      </p:scale>
      <p:origin x="0" y="0"/>
    </p:cViewPr>
  </p:notesTextViewPr>
  <p:notesViewPr>
    <p:cSldViewPr snapToGrid="0">
      <p:cViewPr>
        <p:scale>
          <a:sx n="1" d="2"/>
          <a:sy n="1" d="2"/>
        </p:scale>
        <p:origin x="0" y="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gs" Target="tags/tag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1"/>
            <a:ext cx="2945659" cy="496332"/>
          </a:xfrm>
          <a:prstGeom prst="rect">
            <a:avLst/>
          </a:prstGeom>
        </p:spPr>
        <p:txBody>
          <a:bodyPr vert="horz" lIns="91432" tIns="45716" rIns="91432" bIns="45716" rtlCol="0"/>
          <a:lstStyle>
            <a:lvl1pPr algn="l">
              <a:defRPr sz="1200"/>
            </a:lvl1pPr>
          </a:lstStyle>
          <a:p>
            <a:r>
              <a:rPr lang="de-DE"/>
              <a:t>Text der Kopfzeile</a:t>
            </a:r>
          </a:p>
        </p:txBody>
      </p:sp>
      <p:sp>
        <p:nvSpPr>
          <p:cNvPr id="3" name="Datumsplatzhalter 2"/>
          <p:cNvSpPr>
            <a:spLocks noGrp="1"/>
          </p:cNvSpPr>
          <p:nvPr>
            <p:ph type="dt" sz="quarter" idx="1"/>
          </p:nvPr>
        </p:nvSpPr>
        <p:spPr>
          <a:xfrm>
            <a:off x="3850445" y="1"/>
            <a:ext cx="2945659" cy="496332"/>
          </a:xfrm>
          <a:prstGeom prst="rect">
            <a:avLst/>
          </a:prstGeom>
        </p:spPr>
        <p:txBody>
          <a:bodyPr vert="horz" lIns="91432" tIns="45716" rIns="91432" bIns="45716" rtlCol="0"/>
          <a:lstStyle>
            <a:lvl1pPr algn="r">
              <a:defRPr sz="1200"/>
            </a:lvl1pPr>
          </a:lstStyle>
          <a:p>
            <a:fld id="{8F1A36FD-08A9-47F7-8F4B-E50EC98C36E7}" type="datetime1">
              <a:rPr lang="de-DE" smtClean="0"/>
              <a:t>10.06.2026</a:t>
            </a:fld>
            <a:endParaRPr lang="de-DE"/>
          </a:p>
        </p:txBody>
      </p:sp>
      <p:sp>
        <p:nvSpPr>
          <p:cNvPr id="4" name="Fußzeilenplatzhalter 3"/>
          <p:cNvSpPr>
            <a:spLocks noGrp="1"/>
          </p:cNvSpPr>
          <p:nvPr>
            <p:ph type="ftr" sz="quarter" idx="2"/>
          </p:nvPr>
        </p:nvSpPr>
        <p:spPr>
          <a:xfrm>
            <a:off x="1" y="9428584"/>
            <a:ext cx="2945659" cy="496332"/>
          </a:xfrm>
          <a:prstGeom prst="rect">
            <a:avLst/>
          </a:prstGeom>
        </p:spPr>
        <p:txBody>
          <a:bodyPr vert="horz" lIns="91432" tIns="45716" rIns="91432" bIns="45716" rtlCol="0" anchor="b"/>
          <a:lstStyle>
            <a:lvl1pPr algn="l">
              <a:defRPr sz="1200"/>
            </a:lvl1pPr>
          </a:lstStyle>
          <a:p>
            <a:r>
              <a:rPr lang="de-DE"/>
              <a:t>Text der Fußzeile</a:t>
            </a:r>
          </a:p>
        </p:txBody>
      </p:sp>
      <p:sp>
        <p:nvSpPr>
          <p:cNvPr id="5" name="Foliennummernplatzhalter 4"/>
          <p:cNvSpPr>
            <a:spLocks noGrp="1"/>
          </p:cNvSpPr>
          <p:nvPr>
            <p:ph type="sldNum" sz="quarter" idx="3"/>
          </p:nvPr>
        </p:nvSpPr>
        <p:spPr>
          <a:xfrm>
            <a:off x="3850445" y="9428584"/>
            <a:ext cx="2945659" cy="496332"/>
          </a:xfrm>
          <a:prstGeom prst="rect">
            <a:avLst/>
          </a:prstGeom>
        </p:spPr>
        <p:txBody>
          <a:bodyPr vert="horz" lIns="91432" tIns="45716" rIns="91432" bIns="45716" rtlCol="0" anchor="b"/>
          <a:lstStyle>
            <a:lvl1pPr algn="r">
              <a:defRPr sz="1200"/>
            </a:lvl1pPr>
          </a:lstStyle>
          <a:p>
            <a:fld id="{D584D4DD-0EAA-4244-BC03-ECEA8EDC466D}" type="slidenum">
              <a:rPr lang="de-DE" smtClean="0"/>
              <a:t>‹#›</a:t>
            </a:fld>
            <a:endParaRPr lang="de-DE"/>
          </a:p>
        </p:txBody>
      </p:sp>
    </p:spTree>
    <p:extLst>
      <p:ext uri="{BB962C8B-B14F-4D97-AF65-F5344CB8AC3E}">
        <p14:creationId xmlns:p14="http://schemas.microsoft.com/office/powerpoint/2010/main" val="2987791544"/>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oliennummernplatzhalter 6"/>
          <p:cNvSpPr>
            <a:spLocks noGrp="1"/>
          </p:cNvSpPr>
          <p:nvPr>
            <p:ph type="sldNum" sz="quarter" idx="5"/>
          </p:nvPr>
        </p:nvSpPr>
        <p:spPr>
          <a:xfrm>
            <a:off x="2972211" y="9428584"/>
            <a:ext cx="853252" cy="496332"/>
          </a:xfrm>
          <a:prstGeom prst="rect">
            <a:avLst/>
          </a:prstGeom>
        </p:spPr>
        <p:txBody>
          <a:bodyPr vert="horz" lIns="91432" tIns="45716" rIns="91432" bIns="45716" rtlCol="0" anchor="b"/>
          <a:lstStyle>
            <a:lvl1pPr algn="ctr">
              <a:defRPr sz="1200">
                <a:solidFill>
                  <a:schemeClr val="bg2"/>
                </a:solidFill>
              </a:defRPr>
            </a:lvl1pPr>
          </a:lstStyle>
          <a:p>
            <a:fld id="{B280112D-8454-448C-8A04-1F3237E367D5}" type="slidenum">
              <a:rPr lang="de-DE" smtClean="0"/>
              <a:pPr/>
              <a:t>‹#›</a:t>
            </a:fld>
            <a:endParaRPr lang="de-DE"/>
          </a:p>
        </p:txBody>
      </p:sp>
      <p:sp>
        <p:nvSpPr>
          <p:cNvPr id="3" name="Datumsplatzhalter 2"/>
          <p:cNvSpPr>
            <a:spLocks noGrp="1"/>
          </p:cNvSpPr>
          <p:nvPr>
            <p:ph type="dt" idx="1"/>
          </p:nvPr>
        </p:nvSpPr>
        <p:spPr>
          <a:xfrm>
            <a:off x="3850445" y="9430306"/>
            <a:ext cx="2945659" cy="496332"/>
          </a:xfrm>
          <a:prstGeom prst="rect">
            <a:avLst/>
          </a:prstGeom>
        </p:spPr>
        <p:txBody>
          <a:bodyPr vert="horz" lIns="91432" tIns="45716" rIns="179985" bIns="45716" rtlCol="0" anchor="b"/>
          <a:lstStyle>
            <a:lvl1pPr algn="r">
              <a:defRPr sz="1000">
                <a:solidFill>
                  <a:schemeClr val="bg2"/>
                </a:solidFill>
              </a:defRPr>
            </a:lvl1pPr>
          </a:lstStyle>
          <a:p>
            <a:fld id="{0A2346E5-778D-4A7C-BA30-768202CBF653}" type="datetime1">
              <a:rPr lang="de-DE" smtClean="0"/>
              <a:t>10.06.2026</a:t>
            </a:fld>
            <a:endParaRPr lang="de-DE"/>
          </a:p>
        </p:txBody>
      </p:sp>
      <p:sp>
        <p:nvSpPr>
          <p:cNvPr id="4" name="Folienbildplatzhalter 3"/>
          <p:cNvSpPr>
            <a:spLocks noGrp="1" noRot="1" noChangeAspect="1"/>
          </p:cNvSpPr>
          <p:nvPr>
            <p:ph type="sldImg" idx="2"/>
          </p:nvPr>
        </p:nvSpPr>
        <p:spPr>
          <a:xfrm>
            <a:off x="44" y="0"/>
            <a:ext cx="6796059" cy="3823379"/>
          </a:xfrm>
          <a:prstGeom prst="rect">
            <a:avLst/>
          </a:prstGeom>
          <a:noFill/>
          <a:ln w="6350">
            <a:solidFill>
              <a:schemeClr val="tx2"/>
            </a:solidFill>
          </a:ln>
        </p:spPr>
        <p:txBody>
          <a:bodyPr vert="horz" lIns="91432" tIns="45716" rIns="91432" bIns="45716" rtlCol="0" anchor="ctr"/>
          <a:lstStyle/>
          <a:p>
            <a:endParaRPr lang="de-DE"/>
          </a:p>
        </p:txBody>
      </p:sp>
      <p:sp>
        <p:nvSpPr>
          <p:cNvPr id="6" name="Fußzeilenplatzhalter 5"/>
          <p:cNvSpPr>
            <a:spLocks noGrp="1"/>
          </p:cNvSpPr>
          <p:nvPr>
            <p:ph type="ftr" sz="quarter" idx="4"/>
          </p:nvPr>
        </p:nvSpPr>
        <p:spPr>
          <a:xfrm>
            <a:off x="1" y="9428584"/>
            <a:ext cx="2945659" cy="496332"/>
          </a:xfrm>
          <a:prstGeom prst="rect">
            <a:avLst/>
          </a:prstGeom>
        </p:spPr>
        <p:txBody>
          <a:bodyPr vert="horz" lIns="179985" tIns="45716" rIns="91432" bIns="45716" rtlCol="0" anchor="b"/>
          <a:lstStyle>
            <a:lvl1pPr algn="l">
              <a:defRPr sz="1000">
                <a:solidFill>
                  <a:schemeClr val="bg2"/>
                </a:solidFill>
              </a:defRPr>
            </a:lvl1pPr>
          </a:lstStyle>
          <a:p>
            <a:r>
              <a:rPr lang="de-DE"/>
              <a:t>Text der Fußzeile</a:t>
            </a:r>
          </a:p>
        </p:txBody>
      </p:sp>
      <p:cxnSp>
        <p:nvCxnSpPr>
          <p:cNvPr id="9" name="Gerader Verbinder 8"/>
          <p:cNvCxnSpPr/>
          <p:nvPr/>
        </p:nvCxnSpPr>
        <p:spPr>
          <a:xfrm>
            <a:off x="1" y="9430306"/>
            <a:ext cx="6797675"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5" name="Notizenplatzhalter 4"/>
          <p:cNvSpPr>
            <a:spLocks noGrp="1"/>
          </p:cNvSpPr>
          <p:nvPr>
            <p:ph type="body" sz="quarter" idx="3"/>
          </p:nvPr>
        </p:nvSpPr>
        <p:spPr>
          <a:xfrm>
            <a:off x="1" y="3823379"/>
            <a:ext cx="6796102" cy="5606927"/>
          </a:xfrm>
          <a:prstGeom prst="rect">
            <a:avLst/>
          </a:prstGeom>
        </p:spPr>
        <p:txBody>
          <a:bodyPr vert="horz" lIns="252000" tIns="190784" rIns="179985" bIns="45716"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620462188"/>
      </p:ext>
    </p:extLst>
  </p:cSld>
  <p:clrMap bg1="lt1" tx1="dk1" bg2="lt2" tx2="dk2" accent1="accent1" accent2="accent2" accent3="accent3" accent4="accent4" accent5="accent5" accent6="accent6" hlink="hlink" folHlink="folHlink"/>
  <p:hf/>
  <p:notesStyle>
    <a:lvl1pPr marL="180000" indent="-180000" algn="l" defTabSz="914400" rtl="0" eaLnBrk="1" latinLnBrk="0" hangingPunct="1">
      <a:buFont typeface="Wingdings" panose="05000000000000000000" pitchFamily="2" charset="2"/>
      <a:buChar char="§"/>
      <a:defRPr sz="1200" kern="1200">
        <a:solidFill>
          <a:schemeClr val="tx1"/>
        </a:solidFill>
        <a:latin typeface="+mn-lt"/>
        <a:ea typeface="+mn-ea"/>
        <a:cs typeface="+mn-cs"/>
      </a:defRPr>
    </a:lvl1pPr>
    <a:lvl2pPr marL="378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2pPr>
    <a:lvl3pPr marL="576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3pPr>
    <a:lvl4pPr marL="774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4pPr>
    <a:lvl5pPr marL="972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8EEF1-B0E8-DD32-3DC6-852082D7FB41}"/>
            </a:ext>
          </a:extLst>
        </p:cNvPr>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3E16EA2F-79FE-1310-1BBC-41AC21364C50}"/>
              </a:ext>
            </a:extLst>
          </p:cNvPr>
          <p:cNvSpPr>
            <a:spLocks noGrp="1"/>
          </p:cNvSpPr>
          <p:nvPr>
            <p:ph type="sldNum" sz="quarter" idx="10"/>
          </p:nvPr>
        </p:nvSpPr>
        <p:spPr/>
        <p:txBody>
          <a:bodyPr/>
          <a:lstStyle/>
          <a:p>
            <a:fld id="{B280112D-8454-448C-8A04-1F3237E367D5}" type="slidenum">
              <a:rPr lang="de-DE" smtClean="0"/>
              <a:pPr/>
              <a:t>1</a:t>
            </a:fld>
            <a:endParaRPr lang="de-DE"/>
          </a:p>
        </p:txBody>
      </p:sp>
      <p:sp>
        <p:nvSpPr>
          <p:cNvPr id="6" name="Datumsplatzhalter 5">
            <a:extLst>
              <a:ext uri="{FF2B5EF4-FFF2-40B4-BE49-F238E27FC236}">
                <a16:creationId xmlns:a16="http://schemas.microsoft.com/office/drawing/2014/main" id="{0295C101-A4F3-A4E9-5338-A860741FCB82}"/>
              </a:ext>
            </a:extLst>
          </p:cNvPr>
          <p:cNvSpPr>
            <a:spLocks noGrp="1"/>
          </p:cNvSpPr>
          <p:nvPr>
            <p:ph type="dt" idx="11"/>
          </p:nvPr>
        </p:nvSpPr>
        <p:spPr/>
        <p:txBody>
          <a:bodyPr/>
          <a:lstStyle/>
          <a:p>
            <a:fld id="{4863E548-1A9A-454F-A8B8-883CE7E82459}" type="datetime1">
              <a:rPr lang="de-DE" smtClean="0"/>
              <a:t>10.06.2026</a:t>
            </a:fld>
            <a:endParaRPr lang="de-DE"/>
          </a:p>
        </p:txBody>
      </p:sp>
      <p:sp>
        <p:nvSpPr>
          <p:cNvPr id="7" name="Fußzeilenplatzhalter 6">
            <a:extLst>
              <a:ext uri="{FF2B5EF4-FFF2-40B4-BE49-F238E27FC236}">
                <a16:creationId xmlns:a16="http://schemas.microsoft.com/office/drawing/2014/main" id="{C38AE957-1F47-F0D7-CF64-388DB76103BB}"/>
              </a:ext>
            </a:extLst>
          </p:cNvPr>
          <p:cNvSpPr>
            <a:spLocks noGrp="1"/>
          </p:cNvSpPr>
          <p:nvPr>
            <p:ph type="ftr" sz="quarter" idx="12"/>
          </p:nvPr>
        </p:nvSpPr>
        <p:spPr/>
        <p:txBody>
          <a:bodyPr/>
          <a:lstStyle/>
          <a:p>
            <a:r>
              <a:rPr lang="de-DE"/>
              <a:t>Text der Fußzeile</a:t>
            </a:r>
          </a:p>
        </p:txBody>
      </p:sp>
      <p:sp>
        <p:nvSpPr>
          <p:cNvPr id="20" name="Folienbildplatzhalter 19">
            <a:extLst>
              <a:ext uri="{FF2B5EF4-FFF2-40B4-BE49-F238E27FC236}">
                <a16:creationId xmlns:a16="http://schemas.microsoft.com/office/drawing/2014/main" id="{1C6AF08C-CC67-7160-948E-DCB4B73E6832}"/>
              </a:ext>
            </a:extLst>
          </p:cNvPr>
          <p:cNvSpPr>
            <a:spLocks noGrp="1" noRot="1" noChangeAspect="1"/>
          </p:cNvSpPr>
          <p:nvPr>
            <p:ph type="sldImg"/>
          </p:nvPr>
        </p:nvSpPr>
        <p:spPr>
          <a:xfrm>
            <a:off x="0" y="0"/>
            <a:ext cx="6796088" cy="3822700"/>
          </a:xfrm>
        </p:spPr>
      </p:sp>
      <p:sp>
        <p:nvSpPr>
          <p:cNvPr id="21" name="Notizenplatzhalter 20">
            <a:extLst>
              <a:ext uri="{FF2B5EF4-FFF2-40B4-BE49-F238E27FC236}">
                <a16:creationId xmlns:a16="http://schemas.microsoft.com/office/drawing/2014/main" id="{0B788E0F-7FBB-B244-751F-C70DC885053C}"/>
              </a:ext>
            </a:extLst>
          </p:cNvPr>
          <p:cNvSpPr>
            <a:spLocks noGrp="1"/>
          </p:cNvSpPr>
          <p:nvPr>
            <p:ph type="body" idx="1"/>
          </p:nvPr>
        </p:nvSpPr>
        <p:spPr/>
        <p:txBody>
          <a:bodyPr/>
          <a:lstStyle/>
          <a:p>
            <a:endParaRPr lang="de-DE"/>
          </a:p>
        </p:txBody>
      </p:sp>
    </p:spTree>
    <p:extLst>
      <p:ext uri="{BB962C8B-B14F-4D97-AF65-F5344CB8AC3E}">
        <p14:creationId xmlns:p14="http://schemas.microsoft.com/office/powerpoint/2010/main" val="6370137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EC17FFD9-E190-4354-AF30-89800F8E4F3E}"/>
              </a:ext>
            </a:extLst>
          </p:cNvPr>
          <p:cNvSpPr>
            <a:spLocks noGrp="1"/>
          </p:cNvSpPr>
          <p:nvPr>
            <p:ph type="ftr" sz="quarter" idx="10"/>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B0FDDC2E-ABE4-429F-8CE9-38DD695422FD}"/>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4" name="Title">
            <a:extLst>
              <a:ext uri="{FF2B5EF4-FFF2-40B4-BE49-F238E27FC236}">
                <a16:creationId xmlns:a16="http://schemas.microsoft.com/office/drawing/2014/main" id="{9030D639-0DC9-4081-8A98-1A8F8593892C}"/>
              </a:ext>
            </a:extLst>
          </p:cNvPr>
          <p:cNvSpPr>
            <a:spLocks noGrp="1"/>
          </p:cNvSpPr>
          <p:nvPr>
            <p:ph type="title" hasCustomPrompt="1"/>
          </p:nvPr>
        </p:nvSpPr>
        <p:spPr/>
        <p:txBody>
          <a:bodyPr/>
          <a:lstStyle/>
          <a:p>
            <a:r>
              <a:rPr lang="en-US" noProof="0"/>
              <a:t>Click to add title</a:t>
            </a:r>
          </a:p>
        </p:txBody>
      </p:sp>
      <p:pic>
        <p:nvPicPr>
          <p:cNvPr id="6" name="Bildplatzhalter 4">
            <a:extLst>
              <a:ext uri="{FF2B5EF4-FFF2-40B4-BE49-F238E27FC236}">
                <a16:creationId xmlns:a16="http://schemas.microsoft.com/office/drawing/2014/main" id="{8D31A674-9DC6-4670-9A1A-2754DA6F827F}"/>
              </a:ext>
            </a:extLst>
          </p:cNvPr>
          <p:cNvPicPr>
            <a:picLocks noChangeAspect="1"/>
          </p:cNvPicPr>
          <p:nvPr userDrawn="1"/>
        </p:nvPicPr>
        <p:blipFill>
          <a:blip r:embed="rId2"/>
          <a:srcRect t="7942" b="7942"/>
          <a:stretch/>
        </p:blipFill>
        <p:spPr bwMode="gray">
          <a:xfrm>
            <a:off x="0" y="1090613"/>
            <a:ext cx="12199938" cy="5767387"/>
          </a:xfrm>
          <a:prstGeom prst="rect">
            <a:avLst/>
          </a:prstGeom>
        </p:spPr>
      </p:pic>
    </p:spTree>
    <p:extLst>
      <p:ext uri="{BB962C8B-B14F-4D97-AF65-F5344CB8AC3E}">
        <p14:creationId xmlns:p14="http://schemas.microsoft.com/office/powerpoint/2010/main" val="190497495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for Speaker – Version 1">
    <p:spTree>
      <p:nvGrpSpPr>
        <p:cNvPr id="1" name=""/>
        <p:cNvGrpSpPr/>
        <p:nvPr/>
      </p:nvGrpSpPr>
      <p:grpSpPr>
        <a:xfrm>
          <a:off x="0" y="0"/>
          <a:ext cx="0" cy="0"/>
          <a:chOff x="0" y="0"/>
          <a:chExt cx="0" cy="0"/>
        </a:xfrm>
      </p:grpSpPr>
      <p:pic>
        <p:nvPicPr>
          <p:cNvPr id="4" name="Bildplatzhalter 4">
            <a:extLst>
              <a:ext uri="{FF2B5EF4-FFF2-40B4-BE49-F238E27FC236}">
                <a16:creationId xmlns:a16="http://schemas.microsoft.com/office/drawing/2014/main" id="{BEB5B190-D0A3-AC11-C0F7-34A199D80B7B}"/>
              </a:ext>
            </a:extLst>
          </p:cNvPr>
          <p:cNvPicPr>
            <a:picLocks noChangeAspect="1"/>
          </p:cNvPicPr>
          <p:nvPr userDrawn="1"/>
        </p:nvPicPr>
        <p:blipFill>
          <a:blip r:embed="rId2"/>
          <a:srcRect t="7942" b="7942"/>
          <a:stretch/>
        </p:blipFill>
        <p:spPr bwMode="gray">
          <a:xfrm>
            <a:off x="0" y="1090613"/>
            <a:ext cx="12199938" cy="5767387"/>
          </a:xfrm>
          <a:prstGeom prst="rect">
            <a:avLst/>
          </a:prstGeom>
        </p:spPr>
      </p:pic>
      <p:sp>
        <p:nvSpPr>
          <p:cNvPr id="8" name="Footer Placeholder">
            <a:extLst>
              <a:ext uri="{FF2B5EF4-FFF2-40B4-BE49-F238E27FC236}">
                <a16:creationId xmlns:a16="http://schemas.microsoft.com/office/drawing/2014/main" id="{A1007D3D-C5EC-4571-BE1C-06654C5B83FD}"/>
              </a:ext>
            </a:extLst>
          </p:cNvPr>
          <p:cNvSpPr>
            <a:spLocks noGrp="1"/>
          </p:cNvSpPr>
          <p:nvPr>
            <p:ph type="ftr" sz="quarter" idx="11"/>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4B4F1309-657C-418A-9A8B-219278A7A6FB}"/>
              </a:ext>
            </a:extLst>
          </p:cNvPr>
          <p:cNvSpPr>
            <a:spLocks noGrp="1"/>
          </p:cNvSpPr>
          <p:nvPr>
            <p:ph type="sldNum" sz="quarter" idx="12"/>
          </p:nvPr>
        </p:nvSpPr>
        <p:spPr/>
        <p:txBody>
          <a:bodyPr/>
          <a:lstStyle/>
          <a:p>
            <a:fld id="{A930EF64-91C9-4EBD-82F9-3643AB15A28C}" type="slidenum">
              <a:rPr lang="en-US" noProof="0" smtClean="0"/>
              <a:pPr/>
              <a:t>‹#›</a:t>
            </a:fld>
            <a:endParaRPr lang="en-US" noProof="0"/>
          </a:p>
        </p:txBody>
      </p:sp>
      <p:sp>
        <p:nvSpPr>
          <p:cNvPr id="3" name="Text Placeholder">
            <a:extLst>
              <a:ext uri="{FF2B5EF4-FFF2-40B4-BE49-F238E27FC236}">
                <a16:creationId xmlns:a16="http://schemas.microsoft.com/office/drawing/2014/main" id="{BEB3C114-D938-41BB-B3A2-9312262D642E}"/>
              </a:ext>
            </a:extLst>
          </p:cNvPr>
          <p:cNvSpPr>
            <a:spLocks noGrp="1"/>
          </p:cNvSpPr>
          <p:nvPr>
            <p:ph type="body" sz="quarter" idx="10" hasCustomPrompt="1"/>
          </p:nvPr>
        </p:nvSpPr>
        <p:spPr>
          <a:xfrm>
            <a:off x="0" y="1089025"/>
            <a:ext cx="6098400" cy="5772150"/>
          </a:xfrm>
          <a:solidFill>
            <a:schemeClr val="bg1">
              <a:alpha val="75000"/>
            </a:schemeClr>
          </a:solidFill>
        </p:spPr>
        <p:txBody>
          <a:bodyPr/>
          <a:lstStyle>
            <a:lvl1pPr>
              <a:defRPr/>
            </a:lvl1pPr>
          </a:lstStyle>
          <a:p>
            <a:pPr lvl="0"/>
            <a:r>
              <a:rPr lang="en-US" noProof="0"/>
              <a:t>Speaker name </a:t>
            </a:r>
            <a:br>
              <a:rPr lang="en-US" noProof="0"/>
            </a:br>
            <a:r>
              <a:rPr lang="en-US" noProof="0"/>
              <a:t>Department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a:extLst>
              <a:ext uri="{FF2B5EF4-FFF2-40B4-BE49-F238E27FC236}">
                <a16:creationId xmlns:a16="http://schemas.microsoft.com/office/drawing/2014/main" id="{1BEF4B5F-8F3C-41F6-887A-1CA15C7A5BC9}"/>
              </a:ext>
            </a:extLst>
          </p:cNvPr>
          <p:cNvSpPr>
            <a:spLocks noGrp="1"/>
          </p:cNvSpPr>
          <p:nvPr>
            <p:ph type="title" hasCustomPrompt="1"/>
          </p:nvPr>
        </p:nvSpPr>
        <p:spPr/>
        <p:txBody>
          <a:bodyPr/>
          <a:lstStyle/>
          <a:p>
            <a:r>
              <a:rPr lang="en-US" noProof="0"/>
              <a:t>Click to add title</a:t>
            </a:r>
          </a:p>
        </p:txBody>
      </p:sp>
    </p:spTree>
    <p:extLst>
      <p:ext uri="{BB962C8B-B14F-4D97-AF65-F5344CB8AC3E}">
        <p14:creationId xmlns:p14="http://schemas.microsoft.com/office/powerpoint/2010/main" val="143234255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for Speaker – Version 2">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3B0A109D-E349-898C-3870-A23E837EA217}"/>
              </a:ext>
            </a:extLst>
          </p:cNvPr>
          <p:cNvSpPr/>
          <p:nvPr userDrawn="1"/>
        </p:nvSpPr>
        <p:spPr>
          <a:xfrm>
            <a:off x="6097200" y="0"/>
            <a:ext cx="609480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a:solidFill>
                <a:schemeClr val="tx1"/>
              </a:solidFill>
              <a:latin typeface="+mj-lt"/>
              <a:ea typeface="+mn-ea"/>
              <a:cs typeface="Arial" pitchFamily="34" charset="0"/>
            </a:endParaRPr>
          </a:p>
        </p:txBody>
      </p:sp>
      <p:sp>
        <p:nvSpPr>
          <p:cNvPr id="3" name="Footer Placeholder">
            <a:extLst>
              <a:ext uri="{FF2B5EF4-FFF2-40B4-BE49-F238E27FC236}">
                <a16:creationId xmlns:a16="http://schemas.microsoft.com/office/drawing/2014/main" id="{F4598583-8674-490B-B814-FBA89FE47BBF}"/>
              </a:ext>
            </a:extLst>
          </p:cNvPr>
          <p:cNvSpPr>
            <a:spLocks noGrp="1"/>
          </p:cNvSpPr>
          <p:nvPr>
            <p:ph type="ftr" sz="quarter" idx="10"/>
          </p:nvPr>
        </p:nvSpPr>
        <p:spPr/>
        <p:txBody>
          <a:bodyPr/>
          <a:lstStyle/>
          <a:p>
            <a:r>
              <a:rPr lang="en-US" noProof="0"/>
              <a:t>Footer text</a:t>
            </a:r>
          </a:p>
        </p:txBody>
      </p:sp>
      <p:sp>
        <p:nvSpPr>
          <p:cNvPr id="6" name="Slide Number Placeholder">
            <a:extLst>
              <a:ext uri="{FF2B5EF4-FFF2-40B4-BE49-F238E27FC236}">
                <a16:creationId xmlns:a16="http://schemas.microsoft.com/office/drawing/2014/main" id="{6CDA0863-F8FA-4A9D-A308-28CFF0D552BF}"/>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342900" marR="0" lvl="0" indent="-34290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a:t>Speaker Name </a:t>
            </a:r>
            <a:br>
              <a:rPr lang="en-US" noProof="0"/>
            </a:br>
            <a:r>
              <a:rPr lang="en-US" noProof="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marL="0" indent="0">
              <a:buFont typeface="Arial" panose="020B0604020202020204" pitchFamily="34" charset="0"/>
              <a:buNone/>
              <a:defRPr lang="en-US" noProof="0" dirty="0"/>
            </a:lvl1pPr>
          </a:lstStyle>
          <a:p>
            <a:pPr lvl="0"/>
            <a:r>
              <a:rPr lang="en-US" noProof="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sp>
        <p:nvSpPr>
          <p:cNvPr id="9" name="Bildplatzhalter 8">
            <a:extLst>
              <a:ext uri="{FF2B5EF4-FFF2-40B4-BE49-F238E27FC236}">
                <a16:creationId xmlns:a16="http://schemas.microsoft.com/office/drawing/2014/main" id="{7BB408B2-8A2E-E24C-2AB4-F914BA28FF4D}"/>
              </a:ext>
            </a:extLst>
          </p:cNvPr>
          <p:cNvSpPr>
            <a:spLocks noGrp="1"/>
          </p:cNvSpPr>
          <p:nvPr>
            <p:ph type="pic" sz="quarter" idx="12" hasCustomPrompt="1"/>
          </p:nvPr>
        </p:nvSpPr>
        <p:spPr>
          <a:xfrm>
            <a:off x="6097200" y="0"/>
            <a:ext cx="6094800" cy="6858000"/>
          </a:xfrm>
        </p:spPr>
        <p:txBody>
          <a:bodyPr/>
          <a:lstStyle>
            <a:lvl1pPr marL="0" indent="0">
              <a:buNone/>
              <a:defRPr/>
            </a:lvl1pPr>
          </a:lstStyle>
          <a:p>
            <a:r>
              <a:rPr lang="en-US" noProof="0"/>
              <a:t>Click on symbol to add picture</a:t>
            </a:r>
          </a:p>
        </p:txBody>
      </p:sp>
    </p:spTree>
    <p:extLst>
      <p:ext uri="{BB962C8B-B14F-4D97-AF65-F5344CB8AC3E}">
        <p14:creationId xmlns:p14="http://schemas.microsoft.com/office/powerpoint/2010/main" val="176259228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1A7223DA-1D3F-4531-BEC2-1CB60D927375}"/>
              </a:ext>
            </a:extLst>
          </p:cNvPr>
          <p:cNvSpPr>
            <a:spLocks noGrp="1"/>
          </p:cNvSpPr>
          <p:nvPr>
            <p:ph type="ftr" sz="quarter" idx="16"/>
          </p:nvPr>
        </p:nvSpPr>
        <p:spPr/>
        <p:txBody>
          <a:bodyPr/>
          <a:lstStyle/>
          <a:p>
            <a:r>
              <a:rPr lang="en-US" noProof="0"/>
              <a:t>Footer text</a:t>
            </a:r>
          </a:p>
        </p:txBody>
      </p:sp>
      <p:sp>
        <p:nvSpPr>
          <p:cNvPr id="9" name="Slide Number Placeholder">
            <a:extLst>
              <a:ext uri="{FF2B5EF4-FFF2-40B4-BE49-F238E27FC236}">
                <a16:creationId xmlns:a16="http://schemas.microsoft.com/office/drawing/2014/main" id="{22D552AE-634D-49AB-8A75-90A3811E881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5" name="Text Placeholder"/>
          <p:cNvSpPr>
            <a:spLocks noGrp="1"/>
          </p:cNvSpPr>
          <p:nvPr>
            <p:ph type="body" sz="quarter" idx="15" hasCustomPrompt="1"/>
          </p:nvPr>
        </p:nvSpPr>
        <p:spPr bwMode="gray">
          <a:xfrm>
            <a:off x="3" y="1090799"/>
            <a:ext cx="10137600" cy="5331600"/>
          </a:xfrm>
          <a:prstGeom prst="rect">
            <a:avLst/>
          </a:prstGeom>
        </p:spPr>
        <p:txBody>
          <a:bodyPr/>
          <a:lstStyle>
            <a:lvl1pPr marL="630000" indent="-630000">
              <a:buFont typeface="+mj-lt"/>
              <a:buAutoNum type="arabicPeriod"/>
              <a:defRPr b="0" baseline="0"/>
            </a:lvl1pPr>
            <a:lvl2pPr marL="982800" indent="-270000">
              <a:defRPr/>
            </a:lvl2pPr>
            <a:lvl3pPr marL="1342800" indent="-266400">
              <a:buFont typeface="Symbol" panose="05050102010706020507" pitchFamily="18" charset="2"/>
              <a:buChar char="-"/>
              <a:defRPr/>
            </a:lvl3pPr>
            <a:lvl4pPr marL="1699200" indent="-266400">
              <a:defRPr/>
            </a:lvl4pPr>
            <a:lvl5pPr marL="2059200" indent="-266700">
              <a:defRPr/>
            </a:lvl5pPr>
          </a:lstStyle>
          <a:p>
            <a:pPr lvl="0"/>
            <a:r>
              <a:rPr lang="en-US" noProof="0"/>
              <a:t>Click to add chapter (active chapter in bold)</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le"/>
          <p:cNvSpPr>
            <a:spLocks noGrp="1"/>
          </p:cNvSpPr>
          <p:nvPr>
            <p:ph type="title" hasCustomPrompt="1"/>
          </p:nvPr>
        </p:nvSpPr>
        <p:spPr/>
        <p:txBody>
          <a:bodyPr/>
          <a:lstStyle/>
          <a:p>
            <a:r>
              <a:rPr lang="en-US" noProof="0"/>
              <a:t>Click to add contents</a:t>
            </a:r>
          </a:p>
        </p:txBody>
      </p:sp>
    </p:spTree>
    <p:extLst>
      <p:ext uri="{BB962C8B-B14F-4D97-AF65-F5344CB8AC3E}">
        <p14:creationId xmlns:p14="http://schemas.microsoft.com/office/powerpoint/2010/main" val="1651048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9F4DFDF0-0B44-48E7-B482-FA214B6813AE}"/>
              </a:ext>
            </a:extLst>
          </p:cNvPr>
          <p:cNvSpPr>
            <a:spLocks noGrp="1"/>
          </p:cNvSpPr>
          <p:nvPr>
            <p:ph type="ftr" sz="quarter" idx="16"/>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515C8023-6CA7-4538-BC5A-F44602780247}"/>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8" name="Text Placeholder"/>
          <p:cNvSpPr>
            <a:spLocks noGrp="1"/>
          </p:cNvSpPr>
          <p:nvPr>
            <p:ph type="body" sz="quarter" idx="15" hasCustomPrompt="1"/>
          </p:nvPr>
        </p:nvSpPr>
        <p:spPr bwMode="gray">
          <a:xfrm>
            <a:off x="3" y="1090799"/>
            <a:ext cx="10137600" cy="5331600"/>
          </a:xfrm>
          <a:prstGeom prst="rect">
            <a:avLst/>
          </a:prstGeom>
        </p:spPr>
        <p:txBody>
          <a:bodyPr vert="horz" lIns="450000" tIns="190800" rIns="91440" bIns="45720" rtlCol="0">
            <a:noAutofit/>
          </a:bodyPr>
          <a:lstStyle>
            <a:lvl1pPr>
              <a:defRPr lang="en-US" noProof="0" dirty="0" smtClean="0"/>
            </a:lvl1pPr>
            <a:lvl2pPr>
              <a:defRPr lang="en-US" noProof="0" dirty="0" smtClean="0"/>
            </a:lvl2pPr>
            <a:lvl3pPr>
              <a:defRPr lang="en-US" noProof="0" dirty="0" smtClean="0"/>
            </a:lvl3pPr>
            <a:lvl4pPr>
              <a:defRPr lang="en-US" noProof="0" dirty="0" smtClean="0"/>
            </a:lvl4pPr>
            <a:lvl5pPr>
              <a:defRPr lang="en-US" noProof="0" dirty="0" smtClean="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527220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3 text + 2 pictures">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6484DE6C-01C4-4549-8868-BC91980DA1B8}"/>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47B61BDE-5EB2-439B-87EA-3291DABA7078}"/>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8136000" y="3981600"/>
            <a:ext cx="4064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8136000" y="1090799"/>
            <a:ext cx="4064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799"/>
            <a:ext cx="81360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8"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395334104"/>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 text + 1 halfsize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99F85A85-2456-4567-AD94-8845D76D276C}"/>
              </a:ext>
            </a:extLst>
          </p:cNvPr>
          <p:cNvSpPr>
            <a:spLocks noGrp="1"/>
          </p:cNvSpPr>
          <p:nvPr>
            <p:ph type="ftr" sz="quarter" idx="16"/>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CDB31999-ACD1-4446-88FC-073D53B8E87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845138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 text + 1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5192BE08-D7FF-416E-BE68-DD5FA8DD6D56}"/>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27640755-13F0-423E-A8D5-986F786D5482}"/>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6098400" cy="4321414"/>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586413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 text + 2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88D676BE-C49F-4CF3-A83C-582B2EB62ECB}"/>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9757859A-C6FD-456E-AD04-51BA82F9F30A}"/>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6098400" y="1090799"/>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4" name="Title"/>
          <p:cNvSpPr>
            <a:spLocks noGrp="1"/>
          </p:cNvSpPr>
          <p:nvPr>
            <p:ph type="title" hasCustomPrompt="1"/>
          </p:nvPr>
        </p:nvSpPr>
        <p:spPr>
          <a:xfrm>
            <a:off x="0" y="450001"/>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80518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text + 3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0F761C-97E7-4B2C-A6DB-271C198DEA62}"/>
              </a:ext>
            </a:extLst>
          </p:cNvPr>
          <p:cNvSpPr>
            <a:spLocks noGrp="1"/>
          </p:cNvSpPr>
          <p:nvPr>
            <p:ph type="ftr" sz="quarter" idx="18"/>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C418DBE4-B032-4AE5-9085-D2385C26C94D}"/>
              </a:ext>
            </a:extLst>
          </p:cNvPr>
          <p:cNvSpPr>
            <a:spLocks noGrp="1"/>
          </p:cNvSpPr>
          <p:nvPr>
            <p:ph type="sldNum" sz="quarter" idx="19"/>
          </p:nvPr>
        </p:nvSpPr>
        <p:spPr/>
        <p:txBody>
          <a:bodyPr/>
          <a:lstStyle/>
          <a:p>
            <a:fld id="{A930EF64-91C9-4EBD-82F9-3643AB15A28C}" type="slidenum">
              <a:rPr lang="en-US" noProof="0" smtClean="0"/>
              <a:pPr/>
              <a:t>‹#›</a:t>
            </a:fld>
            <a:endParaRPr lang="en-US" noProof="0"/>
          </a:p>
        </p:txBody>
      </p:sp>
      <p:sp>
        <p:nvSpPr>
          <p:cNvPr id="10" name="Picture Placeholder 3"/>
          <p:cNvSpPr>
            <a:spLocks noGrp="1"/>
          </p:cNvSpPr>
          <p:nvPr>
            <p:ph type="pic" sz="quarter" idx="17" hasCustomPrompt="1"/>
          </p:nvPr>
        </p:nvSpPr>
        <p:spPr bwMode="gray">
          <a:xfrm>
            <a:off x="9151200" y="3981600"/>
            <a:ext cx="3045600" cy="2883600"/>
          </a:xfr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p:txBody>
      </p:sp>
      <p:sp>
        <p:nvSpPr>
          <p:cNvPr id="3" name="Picture Placeholder 2"/>
          <p:cNvSpPr>
            <a:spLocks noGrp="1"/>
          </p:cNvSpPr>
          <p:nvPr>
            <p:ph type="pic" sz="quarter" idx="16" hasCustomPrompt="1"/>
          </p:nvPr>
        </p:nvSpPr>
        <p:spPr bwMode="gray">
          <a:xfrm>
            <a:off x="6098400" y="3981600"/>
            <a:ext cx="3045600" cy="2883600"/>
          </a:xfr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47806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 3 small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4221ECB-122E-407B-9764-357AD2433556}"/>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3209F383-5AD8-4BEC-863A-2D72A7D3951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6" name="Picture Placeholder 3">
            <a:extLst>
              <a:ext uri="{FF2B5EF4-FFF2-40B4-BE49-F238E27FC236}">
                <a16:creationId xmlns:a16="http://schemas.microsoft.com/office/drawing/2014/main" id="{B7155D95-8CF2-4871-9E93-C5776EC6AEFD}"/>
              </a:ext>
            </a:extLst>
          </p:cNvPr>
          <p:cNvSpPr>
            <a:spLocks noGrp="1"/>
          </p:cNvSpPr>
          <p:nvPr>
            <p:ph type="pic" sz="quarter" idx="22"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5" name="Picture Placeholder 2">
            <a:extLst>
              <a:ext uri="{FF2B5EF4-FFF2-40B4-BE49-F238E27FC236}">
                <a16:creationId xmlns:a16="http://schemas.microsoft.com/office/drawing/2014/main" id="{6FFFBCA8-1957-4710-B7E3-26115B999CE2}"/>
              </a:ext>
            </a:extLst>
          </p:cNvPr>
          <p:cNvSpPr>
            <a:spLocks noGrp="1"/>
          </p:cNvSpPr>
          <p:nvPr>
            <p:ph type="pic" sz="quarter" idx="18"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2" name="Picture Placeholder 1">
            <a:extLst>
              <a:ext uri="{FF2B5EF4-FFF2-40B4-BE49-F238E27FC236}">
                <a16:creationId xmlns:a16="http://schemas.microsoft.com/office/drawing/2014/main" id="{E6E47F99-2029-4182-9703-E617B8F0F221}"/>
              </a:ext>
            </a:extLst>
          </p:cNvPr>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6" name="Text Placeholder"/>
          <p:cNvSpPr>
            <a:spLocks noGrp="1"/>
          </p:cNvSpPr>
          <p:nvPr>
            <p:ph type="body" sz="quarter" idx="15" hasCustomPrompt="1"/>
          </p:nvPr>
        </p:nvSpPr>
        <p:spPr bwMode="gray">
          <a:xfrm>
            <a:off x="1" y="1090800"/>
            <a:ext cx="81360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0"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7351559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screen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E53EAF44-3DBF-4702-A59C-62B56C67E84C}"/>
              </a:ext>
            </a:extLst>
          </p:cNvPr>
          <p:cNvSpPr>
            <a:spLocks noGrp="1"/>
          </p:cNvSpPr>
          <p:nvPr>
            <p:ph type="ftr" sz="quarter" idx="15"/>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71EA1DDB-97CD-49FA-ADFD-D8BE9D94A264}"/>
              </a:ext>
            </a:extLst>
          </p:cNvPr>
          <p:cNvSpPr>
            <a:spLocks noGrp="1"/>
          </p:cNvSpPr>
          <p:nvPr>
            <p:ph type="sldNum" sz="quarter" idx="16"/>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685143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screen picture with text overlay">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3CF061-CE3B-477C-BF53-46C74855204B}"/>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4033E844-A321-496B-BCE0-305FF3755D7E}"/>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baseline="0"/>
            </a:lvl1pPr>
          </a:lstStyle>
          <a:p>
            <a:pPr lvl="0"/>
            <a:r>
              <a:rPr lang="en-US" noProof="0"/>
              <a:t>Click to edit text</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497367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lication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A0D634CA-AF9C-4B0E-B84B-2BE960996021}"/>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C2FED48F-6577-44F0-BAAE-6D7A8C662C25}"/>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0" name="Picture Placeholder 1"/>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5" name="Picture Placeholder 4"/>
          <p:cNvSpPr>
            <a:spLocks noGrp="1"/>
          </p:cNvSpPr>
          <p:nvPr>
            <p:ph type="pic" sz="quarter" idx="16" hasCustomPrompt="1"/>
          </p:nvPr>
        </p:nvSpPr>
        <p:spPr bwMode="gray">
          <a:xfrm>
            <a:off x="101736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8" name="Picture Placeholder 3"/>
          <p:cNvSpPr>
            <a:spLocks noGrp="1"/>
          </p:cNvSpPr>
          <p:nvPr>
            <p:ph type="pic" sz="quarter" idx="17" hasCustomPrompt="1"/>
          </p:nvPr>
        </p:nvSpPr>
        <p:spPr bwMode="gray">
          <a:xfrm>
            <a:off x="81360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9" name="Picture Placeholder 2"/>
          <p:cNvSpPr>
            <a:spLocks noGrp="1"/>
          </p:cNvSpPr>
          <p:nvPr>
            <p:ph type="pic" sz="quarter" idx="18" hasCustomPrompt="1"/>
          </p:nvPr>
        </p:nvSpPr>
        <p:spPr bwMode="gray">
          <a:xfrm>
            <a:off x="60984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sz="1800" baseline="0"/>
            </a:lvl1pPr>
            <a:lvl2pPr marL="360362" indent="0">
              <a:buNone/>
              <a:defRPr/>
            </a:lvl2pPr>
          </a:lstStyle>
          <a:p>
            <a:pPr lvl="0"/>
            <a:r>
              <a:rPr lang="en-US" noProof="0"/>
              <a:t>Click to edit text </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3838844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xternal graphics with sourc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82A5F8D-3649-45B4-8E98-726A38D577FF}"/>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F10BE100-9EF6-469D-B237-64DA3A3E339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16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1" name="Text Placeholder"/>
          <p:cNvSpPr>
            <a:spLocks noGrp="1"/>
          </p:cNvSpPr>
          <p:nvPr>
            <p:ph type="body" sz="quarter" idx="15" hasCustomPrompt="1"/>
          </p:nvPr>
        </p:nvSpPr>
        <p:spPr bwMode="gray">
          <a:xfrm rot="16200000">
            <a:off x="9316229" y="3609679"/>
            <a:ext cx="5337307" cy="302081"/>
          </a:xfrm>
          <a:prstGeom prst="rect">
            <a:avLst/>
          </a:prstGeom>
        </p:spPr>
        <p:txBody>
          <a:bodyPr wrap="square" lIns="72000" tIns="54000" bIns="108000" anchor="b" anchorCtr="0">
            <a:spAutoFit/>
          </a:bodyPr>
          <a:lstStyle>
            <a:lvl1pPr marL="0" indent="0">
              <a:buNone/>
              <a:defRPr sz="900">
                <a:solidFill>
                  <a:schemeClr val="accent1"/>
                </a:solidFill>
              </a:defRPr>
            </a:lvl1pPr>
            <a:lvl2pPr marL="360362" indent="0">
              <a:buNone/>
              <a:defRPr sz="1100">
                <a:solidFill>
                  <a:schemeClr val="accent2"/>
                </a:solidFill>
              </a:defRPr>
            </a:lvl2pPr>
            <a:lvl3pPr marL="715962" indent="0">
              <a:buNone/>
              <a:defRPr sz="1100">
                <a:solidFill>
                  <a:schemeClr val="accent2"/>
                </a:solidFill>
              </a:defRPr>
            </a:lvl3pPr>
            <a:lvl4pPr marL="1076325" indent="0">
              <a:buNone/>
              <a:defRPr sz="1100">
                <a:solidFill>
                  <a:schemeClr val="accent2"/>
                </a:solidFill>
              </a:defRPr>
            </a:lvl4pPr>
            <a:lvl5pPr marL="1433513" indent="0">
              <a:buNone/>
              <a:defRPr sz="1100">
                <a:solidFill>
                  <a:schemeClr val="accent2"/>
                </a:solidFill>
              </a:defRPr>
            </a:lvl5pPr>
          </a:lstStyle>
          <a:p>
            <a:pPr lvl="0"/>
            <a:r>
              <a:rPr lang="en-US" noProof="0"/>
              <a:t>Click here to edit source</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5116482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creenshot with description">
    <p:spTree>
      <p:nvGrpSpPr>
        <p:cNvPr id="1" name=""/>
        <p:cNvGrpSpPr/>
        <p:nvPr/>
      </p:nvGrpSpPr>
      <p:grpSpPr>
        <a:xfrm>
          <a:off x="0" y="0"/>
          <a:ext cx="0" cy="0"/>
          <a:chOff x="0" y="0"/>
          <a:chExt cx="0" cy="0"/>
        </a:xfrm>
      </p:grpSpPr>
      <p:sp>
        <p:nvSpPr>
          <p:cNvPr id="13" name="Picture Placeholder"/>
          <p:cNvSpPr>
            <a:spLocks noGrp="1"/>
          </p:cNvSpPr>
          <p:nvPr>
            <p:ph type="pic" sz="quarter" idx="16" hasCustomPrompt="1"/>
          </p:nvPr>
        </p:nvSpPr>
        <p:spPr bwMode="gray">
          <a:xfrm>
            <a:off x="2040467" y="2540212"/>
            <a:ext cx="10151533" cy="4320000"/>
          </a:xfrm>
          <a:prstGeom prst="rect">
            <a:avLst/>
          </a:prstGeom>
          <a:ln w="6350">
            <a:noFill/>
            <a:miter lim="800000"/>
          </a:ln>
        </p:spPr>
        <p:txBody>
          <a:bodyPr/>
          <a:lstStyle>
            <a:lvl1pPr marL="0" indent="0">
              <a:buNone/>
              <a:defRPr/>
            </a:lvl1pPr>
          </a:lstStyle>
          <a:p>
            <a:r>
              <a:rPr lang="en-US" noProof="0"/>
              <a:t>Click on symbol to add picture</a:t>
            </a:r>
          </a:p>
        </p:txBody>
      </p:sp>
      <p:sp>
        <p:nvSpPr>
          <p:cNvPr id="2" name="Footer Placeholder">
            <a:extLst>
              <a:ext uri="{FF2B5EF4-FFF2-40B4-BE49-F238E27FC236}">
                <a16:creationId xmlns:a16="http://schemas.microsoft.com/office/drawing/2014/main" id="{63CA297C-D9EC-49EA-B20C-E781D32F0224}"/>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BFB16F39-1614-43D4-8F87-1F37EB349457}"/>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6" name="Text Placeholder"/>
          <p:cNvSpPr>
            <a:spLocks noGrp="1"/>
          </p:cNvSpPr>
          <p:nvPr>
            <p:ph type="body" sz="quarter" idx="15" hasCustomPrompt="1"/>
          </p:nvPr>
        </p:nvSpPr>
        <p:spPr bwMode="gray">
          <a:xfrm>
            <a:off x="1" y="1090801"/>
            <a:ext cx="10137600" cy="5329475"/>
          </a:xfrm>
          <a:prstGeom prst="rect">
            <a:avLst/>
          </a:prstGeom>
        </p:spPr>
        <p:txBody>
          <a:bodyPr/>
          <a:lstStyle>
            <a:lvl1pPr>
              <a:defRPr/>
            </a:lvl1pPr>
          </a:lstStyle>
          <a:p>
            <a:pPr lvl="0"/>
            <a:r>
              <a:rPr lang="en-US" noProof="0"/>
              <a:t>Click to add text</a:t>
            </a:r>
          </a:p>
          <a:p>
            <a:pPr lvl="1"/>
            <a:r>
              <a:rPr lang="en-US" noProof="0"/>
              <a:t>Second level</a:t>
            </a:r>
          </a:p>
          <a:p>
            <a:pPr lvl="0"/>
            <a:endParaRPr lang="en-US" noProof="0"/>
          </a:p>
        </p:txBody>
      </p:sp>
      <p:sp>
        <p:nvSpPr>
          <p:cNvPr id="5" name="Title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1857753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AF9FEAD5-3A95-43C7-B7DB-35A714945450}"/>
              </a:ext>
            </a:extLst>
          </p:cNvPr>
          <p:cNvSpPr>
            <a:spLocks noGrp="1"/>
          </p:cNvSpPr>
          <p:nvPr>
            <p:ph type="ftr" sz="quarter" idx="12"/>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2CCCD6F8-28B9-4BC0-A6CF-1354A6BBF0EA}"/>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Picture Placeholder 2"/>
          <p:cNvSpPr>
            <a:spLocks noGrp="1"/>
          </p:cNvSpPr>
          <p:nvPr>
            <p:ph type="pic" sz="quarter" idx="11"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5" name="Picture Placeholder 1"/>
          <p:cNvSpPr>
            <a:spLocks noGrp="1"/>
          </p:cNvSpPr>
          <p:nvPr>
            <p:ph type="pic" sz="quarter" idx="10" hasCustomPrompt="1"/>
          </p:nvPr>
        </p:nvSpPr>
        <p:spPr bwMode="gray">
          <a:xfrm>
            <a:off x="-7200" y="1090800"/>
            <a:ext cx="60984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4541835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9209FD55-FA07-444B-A15E-1DF999425FDD}"/>
              </a:ext>
            </a:extLst>
          </p:cNvPr>
          <p:cNvSpPr>
            <a:spLocks noGrp="1"/>
          </p:cNvSpPr>
          <p:nvPr>
            <p:ph type="ftr" sz="quarter" idx="14"/>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A3C92518-CBDC-4A28-AD37-4D9787D4DC5E}"/>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11" name="Picture Placeholder 4"/>
          <p:cNvSpPr>
            <a:spLocks noGrp="1"/>
          </p:cNvSpPr>
          <p:nvPr>
            <p:ph type="pic" sz="quarter" idx="13"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0" name="Picture Placeholder 3"/>
          <p:cNvSpPr>
            <a:spLocks noGrp="1"/>
          </p:cNvSpPr>
          <p:nvPr>
            <p:ph type="pic" sz="quarter" idx="12" hasCustomPrompt="1"/>
          </p:nvPr>
        </p:nvSpPr>
        <p:spPr bwMode="gray">
          <a:xfrm>
            <a:off x="-7200" y="39816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9" name="Picture Placeholder 2"/>
          <p:cNvSpPr>
            <a:spLocks noGrp="1"/>
          </p:cNvSpPr>
          <p:nvPr>
            <p:ph type="pic" sz="quarter" idx="11"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7" name="Picture Placeholder 1"/>
          <p:cNvSpPr>
            <a:spLocks noGrp="1"/>
          </p:cNvSpPr>
          <p:nvPr>
            <p:ph type="pic" sz="quarter" idx="10" hasCustomPrompt="1"/>
          </p:nvPr>
        </p:nvSpPr>
        <p:spPr bwMode="gray">
          <a:xfrm>
            <a:off x="-7200" y="10908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9181446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010A4CBC-CA71-4748-BD7B-CA5DBB0A480A}"/>
              </a:ext>
            </a:extLst>
          </p:cNvPr>
          <p:cNvSpPr>
            <a:spLocks noGrp="1"/>
          </p:cNvSpPr>
          <p:nvPr>
            <p:ph type="ftr" sz="quarter" idx="16"/>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B9452A79-03F3-4ADC-BA22-73980563DB6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6"/>
          <p:cNvSpPr>
            <a:spLocks noGrp="1"/>
          </p:cNvSpPr>
          <p:nvPr>
            <p:ph type="pic" sz="quarter" idx="15" hasCustomPrompt="1"/>
          </p:nvPr>
        </p:nvSpPr>
        <p:spPr bwMode="gray">
          <a:xfrm>
            <a:off x="81360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5" name="Picture Placeholder 5"/>
          <p:cNvSpPr>
            <a:spLocks noGrp="1"/>
          </p:cNvSpPr>
          <p:nvPr>
            <p:ph type="pic" sz="quarter" idx="14" hasCustomPrompt="1"/>
          </p:nvPr>
        </p:nvSpPr>
        <p:spPr bwMode="gray">
          <a:xfrm>
            <a:off x="40632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4"/>
          <p:cNvSpPr>
            <a:spLocks noGrp="1"/>
          </p:cNvSpPr>
          <p:nvPr>
            <p:ph type="pic" sz="quarter" idx="13" hasCustomPrompt="1"/>
          </p:nvPr>
        </p:nvSpPr>
        <p:spPr bwMode="gray">
          <a:xfrm>
            <a:off x="-72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1" name="Picture Placeholder 3"/>
          <p:cNvSpPr>
            <a:spLocks noGrp="1"/>
          </p:cNvSpPr>
          <p:nvPr>
            <p:ph type="pic" sz="quarter" idx="12" hasCustomPrompt="1"/>
          </p:nvPr>
        </p:nvSpPr>
        <p:spPr bwMode="gray">
          <a:xfrm>
            <a:off x="81360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3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2" name="Picture Placeholder 1"/>
          <p:cNvSpPr>
            <a:spLocks noGrp="1"/>
          </p:cNvSpPr>
          <p:nvPr>
            <p:ph type="pic" sz="quarter" idx="10" hasCustomPrompt="1"/>
          </p:nvPr>
        </p:nvSpPr>
        <p:spPr bwMode="gray">
          <a:xfrm>
            <a:off x="-7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3713630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3B7F431F-6C16-4EAF-9D55-96329CEFBE38}"/>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BE701F0-2D10-4EB7-BFE4-BEEC39397E9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20" name="Picture Placeholder 9"/>
          <p:cNvSpPr>
            <a:spLocks noGrp="1"/>
          </p:cNvSpPr>
          <p:nvPr>
            <p:ph type="pic" sz="quarter" idx="18"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9" name="Picture Placeholder 8"/>
          <p:cNvSpPr>
            <a:spLocks noGrp="1"/>
          </p:cNvSpPr>
          <p:nvPr>
            <p:ph type="pic" sz="quarter" idx="17" hasCustomPrompt="1"/>
          </p:nvPr>
        </p:nvSpPr>
        <p:spPr bwMode="gray">
          <a:xfrm>
            <a:off x="40644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8" name="Picture Placeholder 7"/>
          <p:cNvSpPr>
            <a:spLocks noGrp="1"/>
          </p:cNvSpPr>
          <p:nvPr>
            <p:ph type="pic" sz="quarter" idx="16" hasCustomPrompt="1"/>
          </p:nvPr>
        </p:nvSpPr>
        <p:spPr bwMode="gray">
          <a:xfrm>
            <a:off x="-72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7" name="Picture Placeholder 6"/>
          <p:cNvSpPr>
            <a:spLocks noGrp="1"/>
          </p:cNvSpPr>
          <p:nvPr>
            <p:ph type="pic" sz="quarter" idx="15"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6" name="Picture Placeholder 5"/>
          <p:cNvSpPr>
            <a:spLocks noGrp="1"/>
          </p:cNvSpPr>
          <p:nvPr>
            <p:ph type="pic" sz="quarter" idx="14" hasCustomPrompt="1"/>
          </p:nvPr>
        </p:nvSpPr>
        <p:spPr bwMode="gray">
          <a:xfrm>
            <a:off x="4064400" y="3020400"/>
            <a:ext cx="4065600" cy="19224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5" name="Picture Placeholder 4"/>
          <p:cNvSpPr>
            <a:spLocks noGrp="1"/>
          </p:cNvSpPr>
          <p:nvPr>
            <p:ph type="pic" sz="quarter" idx="13" hasCustomPrompt="1"/>
          </p:nvPr>
        </p:nvSpPr>
        <p:spPr bwMode="gray">
          <a:xfrm>
            <a:off x="-72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3"/>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44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2" name="Picture Placeholder 1"/>
          <p:cNvSpPr>
            <a:spLocks noGrp="1"/>
          </p:cNvSpPr>
          <p:nvPr>
            <p:ph type="pic" sz="quarter" idx="10" hasCustomPrompt="1"/>
          </p:nvPr>
        </p:nvSpPr>
        <p:spPr bwMode="gray">
          <a:xfrm>
            <a:off x="-72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9354380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Black"/>
          <p:cNvSpPr/>
          <p:nvPr userDrawn="1"/>
        </p:nvSpPr>
        <p:spPr bwMode="ltGray">
          <a:xfrm>
            <a:off x="-1" y="0"/>
            <a:ext cx="12192001" cy="6858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a:solidFill>
                <a:schemeClr val="bg1"/>
              </a:solidFill>
              <a:latin typeface="Arial" pitchFamily="34" charset="0"/>
              <a:cs typeface="Arial" pitchFamily="34" charset="0"/>
            </a:endParaRPr>
          </a:p>
        </p:txBody>
      </p:sp>
      <p:sp>
        <p:nvSpPr>
          <p:cNvPr id="4" name="Footer Placeholder">
            <a:extLst>
              <a:ext uri="{FF2B5EF4-FFF2-40B4-BE49-F238E27FC236}">
                <a16:creationId xmlns:a16="http://schemas.microsoft.com/office/drawing/2014/main" id="{22B7274A-E314-4ED9-80AF-92D22D8B8AB2}"/>
              </a:ext>
            </a:extLst>
          </p:cNvPr>
          <p:cNvSpPr>
            <a:spLocks noGrp="1"/>
          </p:cNvSpPr>
          <p:nvPr>
            <p:ph type="ftr" sz="quarter" idx="18"/>
          </p:nvPr>
        </p:nvSpPr>
        <p:spPr/>
        <p:txBody>
          <a:bodyPr/>
          <a:lstStyle/>
          <a:p>
            <a:r>
              <a:rPr lang="en-US"/>
              <a:t>Footer text</a:t>
            </a:r>
          </a:p>
        </p:txBody>
      </p:sp>
      <p:sp>
        <p:nvSpPr>
          <p:cNvPr id="5" name="Slide Number Placeholder">
            <a:extLst>
              <a:ext uri="{FF2B5EF4-FFF2-40B4-BE49-F238E27FC236}">
                <a16:creationId xmlns:a16="http://schemas.microsoft.com/office/drawing/2014/main" id="{BC03AE38-4298-4D83-888D-DAB5D4938648}"/>
              </a:ext>
            </a:extLst>
          </p:cNvPr>
          <p:cNvSpPr>
            <a:spLocks noGrp="1"/>
          </p:cNvSpPr>
          <p:nvPr>
            <p:ph type="sldNum" sz="quarter" idx="19"/>
          </p:nvPr>
        </p:nvSpPr>
        <p:spPr/>
        <p:txBody>
          <a:bodyPr/>
          <a:lstStyle/>
          <a:p>
            <a:fld id="{A930EF64-91C9-4EBD-82F9-3643AB15A28C}" type="slidenum">
              <a:rPr lang="en-US" smtClean="0"/>
              <a:pPr/>
              <a:t>‹#›</a:t>
            </a:fld>
            <a:endParaRPr lang="en-US"/>
          </a:p>
        </p:txBody>
      </p:sp>
      <p:sp>
        <p:nvSpPr>
          <p:cNvPr id="3" name="Media Placeholder"/>
          <p:cNvSpPr>
            <a:spLocks noGrp="1"/>
          </p:cNvSpPr>
          <p:nvPr>
            <p:ph type="media" sz="quarter" idx="17" hasCustomPrompt="1"/>
          </p:nvPr>
        </p:nvSpPr>
        <p:spPr bwMode="white">
          <a:xfrm>
            <a:off x="-1" y="0"/>
            <a:ext cx="12193200" cy="6856226"/>
          </a:xfrm>
          <a:prstGeom prst="rect">
            <a:avLst/>
          </a:prstGeom>
        </p:spPr>
        <p:txBody>
          <a:bodyPr/>
          <a:lstStyle>
            <a:lvl1pPr marL="0" indent="0">
              <a:buNone/>
              <a:defRPr>
                <a:solidFill>
                  <a:schemeClr val="bg1"/>
                </a:solidFill>
              </a:defRPr>
            </a:lvl1pPr>
          </a:lstStyle>
          <a:p>
            <a:r>
              <a:rPr lang="en-US" noProof="0"/>
              <a:t>Click on symbol to add v</a:t>
            </a:r>
            <a:r>
              <a:rPr lang="en-US" err="1"/>
              <a:t>ideo</a:t>
            </a:r>
            <a:r>
              <a:rPr lang="en-US"/>
              <a:t> in 16:9 </a:t>
            </a:r>
            <a:r>
              <a:rPr lang="en-US" err="1"/>
              <a:t>format</a:t>
            </a:r>
            <a:endParaRPr lang="en-US"/>
          </a:p>
        </p:txBody>
      </p:sp>
    </p:spTree>
    <p:extLst>
      <p:ext uri="{BB962C8B-B14F-4D97-AF65-F5344CB8AC3E}">
        <p14:creationId xmlns:p14="http://schemas.microsoft.com/office/powerpoint/2010/main" val="2105187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phics">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6D1787AB-6D34-4497-8839-CEB0A1A22779}"/>
              </a:ext>
            </a:extLst>
          </p:cNvPr>
          <p:cNvSpPr>
            <a:spLocks noGrp="1"/>
          </p:cNvSpPr>
          <p:nvPr>
            <p:ph type="ftr" sz="quarter" idx="14"/>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A3BAD292-9C8A-4178-A096-3F282FE0B149}"/>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9" name="Chart Placeholder"/>
          <p:cNvSpPr>
            <a:spLocks noGrp="1"/>
          </p:cNvSpPr>
          <p:nvPr>
            <p:ph type="chart" sz="quarter" idx="13" hasCustomPrompt="1"/>
          </p:nvPr>
        </p:nvSpPr>
        <p:spPr bwMode="gray">
          <a:xfrm>
            <a:off x="335361" y="1484313"/>
            <a:ext cx="11521279" cy="4969529"/>
          </a:xfrm>
          <a:prstGeom prst="rect">
            <a:avLst/>
          </a:prstGeom>
          <a:ln>
            <a:noFill/>
            <a:miter lim="800000"/>
          </a:ln>
        </p:spPr>
        <p:txBody>
          <a:bodyPr lIns="90000" tIns="0"/>
          <a:lstStyle>
            <a:lvl1pPr marL="0" indent="0">
              <a:buFont typeface="Wingdings" panose="05000000000000000000" pitchFamily="2" charset="2"/>
              <a:buNone/>
              <a:defRPr/>
            </a:lvl1pPr>
          </a:lstStyle>
          <a:p>
            <a:r>
              <a:rPr lang="en-US" noProof="0"/>
              <a:t>Click on symbol to add diagram/chart</a:t>
            </a:r>
          </a:p>
        </p:txBody>
      </p:sp>
      <p:sp>
        <p:nvSpPr>
          <p:cNvPr id="2" name="Title">
            <a:extLst>
              <a:ext uri="{FF2B5EF4-FFF2-40B4-BE49-F238E27FC236}">
                <a16:creationId xmlns:a16="http://schemas.microsoft.com/office/drawing/2014/main" id="{4875A038-76B6-4E5E-9461-7B75B0E9323F}"/>
              </a:ext>
            </a:extLst>
          </p:cNvPr>
          <p:cNvSpPr>
            <a:spLocks noGrp="1"/>
          </p:cNvSpPr>
          <p:nvPr>
            <p:ph type="title" hasCustomPrompt="1"/>
          </p:nvPr>
        </p:nvSpPr>
        <p:spPr/>
        <p:txBody>
          <a:bodyPr/>
          <a:lstStyle>
            <a:lvl1pPr>
              <a:defRPr/>
            </a:lvl1pPr>
          </a:lstStyle>
          <a:p>
            <a:r>
              <a:rPr lang="en-US" noProof="0"/>
              <a:t>Click to add title</a:t>
            </a:r>
          </a:p>
        </p:txBody>
      </p:sp>
    </p:spTree>
    <p:extLst>
      <p:ext uri="{BB962C8B-B14F-4D97-AF65-F5344CB8AC3E}">
        <p14:creationId xmlns:p14="http://schemas.microsoft.com/office/powerpoint/2010/main" val="31885754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40FB082D-0528-4AB0-982F-BB0D654F93F6}"/>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263F52BA-04FF-44FB-AFBA-C472EAF2E03C}"/>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5" name="Table Placeholder">
            <a:extLst>
              <a:ext uri="{FF2B5EF4-FFF2-40B4-BE49-F238E27FC236}">
                <a16:creationId xmlns:a16="http://schemas.microsoft.com/office/drawing/2014/main" id="{67524011-23C3-4303-A154-1A435121F38C}"/>
              </a:ext>
            </a:extLst>
          </p:cNvPr>
          <p:cNvSpPr>
            <a:spLocks noGrp="1"/>
          </p:cNvSpPr>
          <p:nvPr>
            <p:ph type="tbl" sz="quarter" idx="16" hasCustomPrompt="1"/>
          </p:nvPr>
        </p:nvSpPr>
        <p:spPr>
          <a:xfrm>
            <a:off x="0" y="1108800"/>
            <a:ext cx="12200400" cy="5752800"/>
          </a:xfrm>
        </p:spPr>
        <p:txBody>
          <a:bodyPr/>
          <a:lstStyle>
            <a:lvl1pPr marL="0" indent="0">
              <a:buNone/>
              <a:defRPr/>
            </a:lvl1pPr>
          </a:lstStyle>
          <a:p>
            <a:r>
              <a:rPr lang="en-US" noProof="0"/>
              <a:t>Click on symbol to add table</a:t>
            </a:r>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6722247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marL="0" lvl="0"/>
            <a:r>
              <a:rPr lang="en-US" noProof="0"/>
              <a:t>Click to add title</a:t>
            </a:r>
          </a:p>
        </p:txBody>
      </p:sp>
    </p:spTree>
    <p:extLst>
      <p:ext uri="{BB962C8B-B14F-4D97-AF65-F5344CB8AC3E}">
        <p14:creationId xmlns:p14="http://schemas.microsoft.com/office/powerpoint/2010/main" val="12767865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Empty silver-blue ">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pic>
        <p:nvPicPr>
          <p:cNvPr id="2" name="Picture 2">
            <a:extLst>
              <a:ext uri="{FF2B5EF4-FFF2-40B4-BE49-F238E27FC236}">
                <a16:creationId xmlns:a16="http://schemas.microsoft.com/office/drawing/2014/main" id="{3BC4754F-FBBF-564A-F9F1-0EB0D45DFDA2}"/>
              </a:ext>
            </a:extLst>
          </p:cNvPr>
          <p:cNvPicPr>
            <a:picLocks noChangeAspect="1"/>
          </p:cNvPicPr>
          <p:nvPr userDrawn="1"/>
        </p:nvPicPr>
        <p:blipFill>
          <a:blip r:embed="rId2"/>
          <a:stretch>
            <a:fillRect/>
          </a:stretch>
        </p:blipFill>
        <p:spPr>
          <a:xfrm>
            <a:off x="0" y="1089024"/>
            <a:ext cx="12192000" cy="5768975"/>
          </a:xfrm>
          <a:prstGeom prst="rect">
            <a:avLst/>
          </a:prstGeom>
          <a:ln w="6350">
            <a:solidFill>
              <a:schemeClr val="bg1">
                <a:lumMod val="95000"/>
              </a:schemeClr>
            </a:solidFill>
          </a:ln>
        </p:spPr>
      </p:pic>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solidFill>
                  <a:schemeClr val="bg1"/>
                </a:solidFill>
              </a:defRPr>
            </a:lvl1pPr>
          </a:lstStyle>
          <a:p>
            <a:pPr marL="0" lvl="0"/>
            <a:r>
              <a:rPr lang="en-US" noProof="0"/>
              <a:t>Click to add title</a:t>
            </a:r>
          </a:p>
        </p:txBody>
      </p:sp>
    </p:spTree>
    <p:extLst>
      <p:ext uri="{BB962C8B-B14F-4D97-AF65-F5344CB8AC3E}">
        <p14:creationId xmlns:p14="http://schemas.microsoft.com/office/powerpoint/2010/main" val="11353489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act – EN">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0FABAA2E-4E9A-4460-887B-63388ECCD83C}"/>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272A250-950F-4B10-8016-B1DD44A8958C}"/>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Legal Notes"/>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a:t>© Beckhoff Automation GmbH &amp; Co. KG</a:t>
            </a:r>
          </a:p>
          <a:p>
            <a:pPr lvl="0"/>
            <a:endParaRPr lang="en-US" altLang="en-US" noProof="0"/>
          </a:p>
          <a:p>
            <a:pPr lvl="0"/>
            <a:r>
              <a:rPr lang="en-US" altLang="en-US" noProof="0"/>
              <a:t>All images are protected by copyright. The use and transfer to third parties is not permitted.</a:t>
            </a:r>
          </a:p>
          <a:p>
            <a:pPr lvl="0"/>
            <a:endParaRPr lang="en-US" altLang="en-US" noProof="0"/>
          </a:p>
          <a:p>
            <a:pPr lvl="0"/>
            <a:r>
              <a:rPr lang="en-US" altLang="en-US" noProof="0"/>
              <a:t>Beckhoff</a:t>
            </a:r>
            <a:r>
              <a:rPr lang="en-US" altLang="en-US" baseline="30000" noProof="0"/>
              <a:t>®</a:t>
            </a:r>
            <a:r>
              <a:rPr lang="en-US" altLang="en-US" noProof="0"/>
              <a:t>, </a:t>
            </a:r>
            <a:r>
              <a:rPr lang="en-US" altLang="en-US" noProof="0" err="1"/>
              <a:t>TwinCAT</a:t>
            </a:r>
            <a:r>
              <a:rPr lang="en-US" altLang="en-US" baseline="30000" noProof="0"/>
              <a:t>®</a:t>
            </a:r>
            <a:r>
              <a:rPr lang="en-US" altLang="en-US" noProof="0"/>
              <a:t>, </a:t>
            </a:r>
            <a:r>
              <a:rPr lang="en-US" altLang="en-US" noProof="0" err="1"/>
              <a:t>TwinCAT</a:t>
            </a:r>
            <a:r>
              <a:rPr lang="en-US" altLang="en-US" noProof="0"/>
              <a:t>/BSD</a:t>
            </a:r>
            <a:r>
              <a:rPr lang="en-US" altLang="en-US" baseline="30000" noProof="0"/>
              <a:t>®</a:t>
            </a:r>
            <a:r>
              <a:rPr lang="en-US" altLang="en-US" noProof="0"/>
              <a:t>, TC/BSD</a:t>
            </a:r>
            <a:r>
              <a:rPr lang="en-US" altLang="en-US" baseline="30000" noProof="0"/>
              <a:t>®</a:t>
            </a:r>
            <a:r>
              <a:rPr lang="en-US" altLang="en-US" noProof="0"/>
              <a:t>, </a:t>
            </a:r>
            <a:r>
              <a:rPr lang="en-US" altLang="en-US" noProof="0" err="1"/>
              <a:t>EtherCAT</a:t>
            </a:r>
            <a:r>
              <a:rPr lang="en-US" altLang="en-US" baseline="30000" noProof="0"/>
              <a:t>®</a:t>
            </a:r>
            <a:r>
              <a:rPr lang="en-US" altLang="en-US" noProof="0"/>
              <a:t>, </a:t>
            </a:r>
            <a:r>
              <a:rPr lang="en-US" altLang="en-US" noProof="0" err="1"/>
              <a:t>EtherCAT</a:t>
            </a:r>
            <a:r>
              <a:rPr lang="en-US" altLang="en-US" noProof="0"/>
              <a:t> G</a:t>
            </a:r>
            <a:r>
              <a:rPr lang="en-US" altLang="en-US" baseline="30000" noProof="0"/>
              <a:t>®</a:t>
            </a:r>
            <a:r>
              <a:rPr lang="en-US" altLang="en-US" noProof="0"/>
              <a:t>, </a:t>
            </a:r>
            <a:r>
              <a:rPr lang="en-US" altLang="en-US" noProof="0" err="1"/>
              <a:t>EtherCAT</a:t>
            </a:r>
            <a:r>
              <a:rPr lang="en-US" altLang="en-US" noProof="0"/>
              <a:t> G10</a:t>
            </a:r>
            <a:r>
              <a:rPr lang="en-US" altLang="en-US" baseline="30000" noProof="0"/>
              <a:t>®</a:t>
            </a:r>
            <a:r>
              <a:rPr lang="en-US" altLang="en-US" noProof="0"/>
              <a:t>, </a:t>
            </a:r>
            <a:r>
              <a:rPr lang="en-US" altLang="en-US" noProof="0" err="1"/>
              <a:t>EtherCAT</a:t>
            </a:r>
            <a:r>
              <a:rPr lang="en-US" altLang="en-US" noProof="0"/>
              <a:t> P</a:t>
            </a:r>
            <a:r>
              <a:rPr lang="en-US" altLang="en-US" baseline="30000" noProof="0"/>
              <a:t>®</a:t>
            </a:r>
            <a:r>
              <a:rPr lang="en-US" altLang="en-US" noProof="0"/>
              <a:t>, Safety over </a:t>
            </a:r>
            <a:r>
              <a:rPr lang="en-US" altLang="en-US" noProof="0" err="1"/>
              <a:t>EtherCAT</a:t>
            </a:r>
            <a:r>
              <a:rPr lang="en-US" altLang="en-US" baseline="30000" noProof="0"/>
              <a:t>®</a:t>
            </a:r>
            <a:r>
              <a:rPr lang="en-US" altLang="en-US" noProof="0"/>
              <a:t>, </a:t>
            </a:r>
            <a:r>
              <a:rPr lang="en-US" altLang="en-US" noProof="0" err="1"/>
              <a:t>TwinSAFE</a:t>
            </a:r>
            <a:r>
              <a:rPr lang="en-US" altLang="en-US" baseline="30000" noProof="0"/>
              <a:t>®</a:t>
            </a:r>
            <a:r>
              <a:rPr lang="en-US" altLang="en-US" noProof="0"/>
              <a:t>, XFC</a:t>
            </a:r>
            <a:r>
              <a:rPr lang="en-US" altLang="en-US" baseline="30000" noProof="0"/>
              <a:t>®</a:t>
            </a:r>
            <a:r>
              <a:rPr lang="en-US" altLang="en-US" noProof="0"/>
              <a:t>, XTS</a:t>
            </a:r>
            <a:r>
              <a:rPr lang="en-US" altLang="en-US" baseline="30000" noProof="0"/>
              <a:t>®</a:t>
            </a:r>
            <a:r>
              <a:rPr lang="en-US" altLang="en-US" noProof="0"/>
              <a:t> and </a:t>
            </a:r>
            <a:r>
              <a:rPr lang="en-US" altLang="en-US" noProof="0" err="1"/>
              <a:t>XPlanar</a:t>
            </a:r>
            <a:r>
              <a:rPr lang="en-US" altLang="en-US" baseline="30000" noProof="0"/>
              <a:t>®</a:t>
            </a:r>
            <a:r>
              <a:rPr lang="en-US" altLang="en-US" noProof="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a:p>
          <a:p>
            <a:pPr lvl="0"/>
            <a:r>
              <a:rPr lang="en-US" altLang="en-US" noProof="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2" name="Date Placeholder"/>
          <p:cNvSpPr>
            <a:spLocks noGrp="1"/>
          </p:cNvSpPr>
          <p:nvPr>
            <p:ph type="body" sz="quarter" idx="11" hasCustomPrompt="1"/>
          </p:nvPr>
        </p:nvSpPr>
        <p:spPr>
          <a:xfrm>
            <a:off x="3255495"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buFont typeface="Wingdings" panose="05000000000000000000" pitchFamily="2" charset="2"/>
              <a:buNone/>
            </a:pPr>
            <a:r>
              <a:rPr lang="en-US" altLang="en-US" sz="1600" noProof="0"/>
              <a:t>Phone:	+49 5246 963-0  </a:t>
            </a:r>
          </a:p>
          <a:p>
            <a:pPr>
              <a:buFont typeface="Wingdings" panose="05000000000000000000" pitchFamily="2" charset="2"/>
              <a:buNone/>
            </a:pPr>
            <a:r>
              <a:rPr lang="en-US" altLang="en-US" sz="1600" noProof="0"/>
              <a:t>E-mail:	info@beckhoff.com </a:t>
            </a:r>
          </a:p>
          <a:p>
            <a:pPr>
              <a:buFont typeface="Wingdings" panose="05000000000000000000" pitchFamily="2" charset="2"/>
              <a:buNone/>
            </a:pPr>
            <a:r>
              <a:rPr lang="en-US" altLang="en-US" sz="1600" noProof="0"/>
              <a:t>Web:	www.beckhoff.com </a:t>
            </a:r>
            <a:r>
              <a:rPr lang="en-US" altLang="en-US" sz="1600" b="1" noProof="0"/>
              <a:t> </a:t>
            </a:r>
          </a:p>
        </p:txBody>
      </p:sp>
      <p:sp>
        <p:nvSpPr>
          <p:cNvPr id="9" name="Address"/>
          <p:cNvSpPr txBox="1"/>
          <p:nvPr userDrawn="1"/>
        </p:nvSpPr>
        <p:spPr>
          <a:xfrm>
            <a:off x="4" y="1090800"/>
            <a:ext cx="6095998"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altLang="en-US" sz="1600" noProof="0"/>
              <a:t>Beckhoff Automation GmbH &amp; Co. KG </a:t>
            </a:r>
            <a:br>
              <a:rPr lang="en-US" altLang="en-US" sz="1600" noProof="0"/>
            </a:br>
            <a:r>
              <a:rPr lang="en-US" altLang="en-US" sz="1600" b="0" noProof="0"/>
              <a:t>Headquarters </a:t>
            </a:r>
            <a:br>
              <a:rPr lang="en-US" altLang="en-US" sz="1600" b="0" noProof="0"/>
            </a:br>
            <a:r>
              <a:rPr lang="en-US" altLang="en-US" sz="1600" b="0" noProof="0"/>
              <a:t>Huelshorstweg 20 </a:t>
            </a:r>
            <a:br>
              <a:rPr lang="en-US" altLang="en-US" sz="1600" b="0" noProof="0"/>
            </a:br>
            <a:r>
              <a:rPr lang="en-US" altLang="en-US" sz="1600" b="0" noProof="0"/>
              <a:t>33415 Verl </a:t>
            </a:r>
            <a:br>
              <a:rPr lang="en-US" altLang="en-US" sz="1600" b="0" noProof="0"/>
            </a:br>
            <a:r>
              <a:rPr lang="en-US" altLang="en-US" sz="1600" b="0" noProof="0"/>
              <a:t>Germany </a:t>
            </a:r>
          </a:p>
        </p:txBody>
      </p:sp>
      <p:sp>
        <p:nvSpPr>
          <p:cNvPr id="11"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defPPr>
              <a:defRPr lang="en-US"/>
            </a:defPPr>
            <a:lvl1pPr lvl="0">
              <a:spcBef>
                <a:spcPct val="0"/>
              </a:spcBef>
              <a:buNone/>
              <a:defRPr sz="2200" b="1" baseline="0">
                <a:solidFill>
                  <a:schemeClr val="bg1"/>
                </a:solidFill>
                <a:latin typeface="Arial" pitchFamily="34" charset="0"/>
                <a:ea typeface="+mj-ea"/>
                <a:cs typeface="Arial" pitchFamily="34" charset="0"/>
              </a:defRPr>
            </a:lvl1pPr>
          </a:lstStyle>
          <a:p>
            <a:pPr lvl="0"/>
            <a:r>
              <a:rPr lang="en-US" noProof="0"/>
              <a:t>Contact</a:t>
            </a:r>
          </a:p>
        </p:txBody>
      </p:sp>
    </p:spTree>
    <p:extLst>
      <p:ext uri="{BB962C8B-B14F-4D97-AF65-F5344CB8AC3E}">
        <p14:creationId xmlns:p14="http://schemas.microsoft.com/office/powerpoint/2010/main" val="38510568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act – D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Legal Notes"/>
          <p:cNvSpPr txBox="1">
            <a:spLocks noChangeArrowheads="1"/>
          </p:cNvSpPr>
          <p:nvPr userDrawn="1"/>
        </p:nvSpPr>
        <p:spPr bwMode="auto">
          <a:xfrm>
            <a:off x="0" y="4001989"/>
            <a:ext cx="101536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lvl1pPr marL="3175" indent="-3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de-DE" sz="1200" noProof="0">
                <a:latin typeface="+mj-lt"/>
              </a:rPr>
              <a:t>© Beckhoff Automation GmbH &amp; Co. KG</a:t>
            </a:r>
          </a:p>
          <a:p>
            <a:endParaRPr lang="de-DE" altLang="de-DE" sz="1200" noProof="0">
              <a:latin typeface="+mj-lt"/>
            </a:endParaRPr>
          </a:p>
          <a:p>
            <a:pPr>
              <a:buFont typeface="Wingdings" panose="05000000000000000000" pitchFamily="2" charset="2"/>
              <a:buNone/>
            </a:pPr>
            <a:r>
              <a:rPr lang="de-DE" altLang="de-DE" sz="1200" noProof="0">
                <a:latin typeface="+mj-lt"/>
              </a:rPr>
              <a:t>Alle Bilder sind urheberrechtlich geschützt. Die Weitergabe und Nutzung durch Dritte ist nicht gestattet.</a:t>
            </a:r>
          </a:p>
          <a:p>
            <a:pPr>
              <a:buFont typeface="Wingdings" panose="05000000000000000000" pitchFamily="2" charset="2"/>
              <a:buNone/>
            </a:pPr>
            <a:endParaRPr lang="de-DE" altLang="de-DE" sz="1200" noProof="0">
              <a:latin typeface="+mj-lt"/>
            </a:endParaRPr>
          </a:p>
          <a:p>
            <a:pPr>
              <a:buFont typeface="Wingdings" panose="05000000000000000000" pitchFamily="2" charset="2"/>
              <a:buNone/>
            </a:pPr>
            <a:r>
              <a:rPr lang="de-DE" sz="1200" b="0" i="0">
                <a:solidFill>
                  <a:srgbClr val="111111"/>
                </a:solidFill>
                <a:effectLst/>
                <a:latin typeface="+mj-lt"/>
              </a:rPr>
              <a:t>Beckhoff</a:t>
            </a:r>
            <a:r>
              <a:rPr lang="de-DE" sz="1200" b="0" i="0" baseline="30000">
                <a:solidFill>
                  <a:srgbClr val="111111"/>
                </a:solidFill>
                <a:effectLst/>
                <a:latin typeface="+mj-lt"/>
              </a:rPr>
              <a:t>®</a:t>
            </a:r>
            <a:r>
              <a:rPr lang="de-DE" sz="1200" b="0" i="0">
                <a:solidFill>
                  <a:srgbClr val="111111"/>
                </a:solidFill>
                <a:effectLst/>
                <a:latin typeface="+mj-lt"/>
              </a:rPr>
              <a:t>, TwinCAT</a:t>
            </a:r>
            <a:r>
              <a:rPr lang="de-DE" sz="1200" b="0" i="0" baseline="30000">
                <a:solidFill>
                  <a:srgbClr val="111111"/>
                </a:solidFill>
                <a:effectLst/>
                <a:latin typeface="+mj-lt"/>
              </a:rPr>
              <a:t>®</a:t>
            </a:r>
            <a:r>
              <a:rPr lang="de-DE" sz="1200" b="0" i="0">
                <a:solidFill>
                  <a:srgbClr val="111111"/>
                </a:solidFill>
                <a:effectLst/>
                <a:latin typeface="+mj-lt"/>
              </a:rPr>
              <a:t>, TwinCAT/BSD</a:t>
            </a:r>
            <a:r>
              <a:rPr lang="de-DE" sz="1200" b="0" i="0" baseline="30000">
                <a:solidFill>
                  <a:srgbClr val="111111"/>
                </a:solidFill>
                <a:effectLst/>
                <a:latin typeface="+mj-lt"/>
              </a:rPr>
              <a:t>®</a:t>
            </a:r>
            <a:r>
              <a:rPr lang="de-DE" sz="1200" b="0" i="0">
                <a:solidFill>
                  <a:srgbClr val="111111"/>
                </a:solidFill>
                <a:effectLst/>
                <a:latin typeface="+mj-lt"/>
              </a:rPr>
              <a:t>, TC/BSD</a:t>
            </a:r>
            <a:r>
              <a:rPr lang="de-DE" sz="1200" b="0" i="0" baseline="30000">
                <a:solidFill>
                  <a:srgbClr val="111111"/>
                </a:solidFill>
                <a:effectLst/>
                <a:latin typeface="+mj-lt"/>
              </a:rPr>
              <a:t>®</a:t>
            </a:r>
            <a:r>
              <a:rPr lang="de-DE" sz="1200" b="0" i="0">
                <a:solidFill>
                  <a:srgbClr val="111111"/>
                </a:solidFill>
                <a:effectLst/>
                <a:latin typeface="+mj-lt"/>
              </a:rPr>
              <a:t>, EtherCAT</a:t>
            </a:r>
            <a:r>
              <a:rPr lang="de-DE" sz="1200" b="0" i="0" baseline="30000">
                <a:solidFill>
                  <a:srgbClr val="111111"/>
                </a:solidFill>
                <a:effectLst/>
                <a:latin typeface="+mj-lt"/>
              </a:rPr>
              <a:t>®</a:t>
            </a:r>
            <a:r>
              <a:rPr lang="de-DE" sz="1200" b="0" i="0">
                <a:solidFill>
                  <a:srgbClr val="111111"/>
                </a:solidFill>
                <a:effectLst/>
                <a:latin typeface="+mj-lt"/>
              </a:rPr>
              <a:t>, EtherCAT G</a:t>
            </a:r>
            <a:r>
              <a:rPr lang="de-DE" sz="1200" b="0" i="0" baseline="30000">
                <a:solidFill>
                  <a:srgbClr val="111111"/>
                </a:solidFill>
                <a:effectLst/>
                <a:latin typeface="+mj-lt"/>
              </a:rPr>
              <a:t>®</a:t>
            </a:r>
            <a:r>
              <a:rPr lang="de-DE" sz="1200" b="0" i="0">
                <a:solidFill>
                  <a:srgbClr val="111111"/>
                </a:solidFill>
                <a:effectLst/>
                <a:latin typeface="+mj-lt"/>
              </a:rPr>
              <a:t>, EtherCAT G10</a:t>
            </a:r>
            <a:r>
              <a:rPr lang="de-DE" sz="1200" b="0" i="0" baseline="30000">
                <a:solidFill>
                  <a:srgbClr val="111111"/>
                </a:solidFill>
                <a:effectLst/>
                <a:latin typeface="+mj-lt"/>
              </a:rPr>
              <a:t>®</a:t>
            </a:r>
            <a:r>
              <a:rPr lang="de-DE" sz="1200" b="0" i="0">
                <a:solidFill>
                  <a:srgbClr val="111111"/>
                </a:solidFill>
                <a:effectLst/>
                <a:latin typeface="+mj-lt"/>
              </a:rPr>
              <a:t>, EtherCAT P</a:t>
            </a:r>
            <a:r>
              <a:rPr lang="de-DE" sz="1200" b="0" i="0" baseline="30000">
                <a:solidFill>
                  <a:srgbClr val="111111"/>
                </a:solidFill>
                <a:effectLst/>
                <a:latin typeface="+mj-lt"/>
              </a:rPr>
              <a:t>®</a:t>
            </a:r>
            <a:r>
              <a:rPr lang="de-DE" sz="1200" b="0" i="0">
                <a:solidFill>
                  <a:srgbClr val="111111"/>
                </a:solidFill>
                <a:effectLst/>
                <a:latin typeface="+mj-lt"/>
              </a:rPr>
              <a:t>, </a:t>
            </a:r>
            <a:r>
              <a:rPr lang="de-DE" sz="1200" b="0" i="0" err="1">
                <a:solidFill>
                  <a:srgbClr val="111111"/>
                </a:solidFill>
                <a:effectLst/>
                <a:latin typeface="+mj-lt"/>
              </a:rPr>
              <a:t>Safety</a:t>
            </a:r>
            <a:r>
              <a:rPr lang="de-DE" sz="1200" b="0" i="0">
                <a:solidFill>
                  <a:srgbClr val="111111"/>
                </a:solidFill>
                <a:effectLst/>
                <a:latin typeface="+mj-lt"/>
              </a:rPr>
              <a:t> </a:t>
            </a:r>
            <a:r>
              <a:rPr lang="de-DE" sz="1200" b="0" i="0" err="1">
                <a:solidFill>
                  <a:srgbClr val="111111"/>
                </a:solidFill>
                <a:effectLst/>
                <a:latin typeface="+mj-lt"/>
              </a:rPr>
              <a:t>over</a:t>
            </a:r>
            <a:r>
              <a:rPr lang="de-DE" sz="1200" b="0" i="0">
                <a:solidFill>
                  <a:srgbClr val="111111"/>
                </a:solidFill>
                <a:effectLst/>
                <a:latin typeface="+mj-lt"/>
              </a:rPr>
              <a:t> EtherCAT</a:t>
            </a:r>
            <a:r>
              <a:rPr lang="de-DE" sz="1200" b="0" i="0" baseline="30000">
                <a:solidFill>
                  <a:srgbClr val="111111"/>
                </a:solidFill>
                <a:effectLst/>
                <a:latin typeface="+mj-lt"/>
              </a:rPr>
              <a:t>®</a:t>
            </a:r>
            <a:r>
              <a:rPr lang="de-DE" sz="1200" b="0" i="0">
                <a:solidFill>
                  <a:srgbClr val="111111"/>
                </a:solidFill>
                <a:effectLst/>
                <a:latin typeface="+mj-lt"/>
              </a:rPr>
              <a:t>, </a:t>
            </a:r>
            <a:r>
              <a:rPr lang="de-DE" sz="1200" b="0" i="0" err="1">
                <a:solidFill>
                  <a:srgbClr val="111111"/>
                </a:solidFill>
                <a:effectLst/>
                <a:latin typeface="+mj-lt"/>
              </a:rPr>
              <a:t>TwinSAFE</a:t>
            </a:r>
            <a:r>
              <a:rPr lang="de-DE" sz="1200" b="0" i="0" baseline="30000">
                <a:solidFill>
                  <a:srgbClr val="111111"/>
                </a:solidFill>
                <a:effectLst/>
                <a:latin typeface="+mj-lt"/>
              </a:rPr>
              <a:t>®</a:t>
            </a:r>
            <a:r>
              <a:rPr lang="de-DE" sz="1200" b="0" i="0">
                <a:solidFill>
                  <a:srgbClr val="111111"/>
                </a:solidFill>
                <a:effectLst/>
                <a:latin typeface="+mj-lt"/>
              </a:rPr>
              <a:t>, XFC</a:t>
            </a:r>
            <a:r>
              <a:rPr lang="de-DE" sz="1200" b="0" i="0" baseline="30000">
                <a:solidFill>
                  <a:srgbClr val="111111"/>
                </a:solidFill>
                <a:effectLst/>
                <a:latin typeface="+mj-lt"/>
              </a:rPr>
              <a:t>®</a:t>
            </a:r>
            <a:r>
              <a:rPr lang="de-DE" sz="1200" b="0" i="0">
                <a:solidFill>
                  <a:srgbClr val="111111"/>
                </a:solidFill>
                <a:effectLst/>
                <a:latin typeface="+mj-lt"/>
              </a:rPr>
              <a:t>, XTS</a:t>
            </a:r>
            <a:r>
              <a:rPr lang="de-DE" sz="1200" b="0" i="0" baseline="30000">
                <a:solidFill>
                  <a:srgbClr val="111111"/>
                </a:solidFill>
                <a:effectLst/>
                <a:latin typeface="+mj-lt"/>
              </a:rPr>
              <a:t>®</a:t>
            </a:r>
            <a:r>
              <a:rPr lang="de-DE" sz="1200" b="0" i="0">
                <a:solidFill>
                  <a:srgbClr val="111111"/>
                </a:solidFill>
                <a:effectLst/>
                <a:latin typeface="+mj-lt"/>
              </a:rPr>
              <a:t> und </a:t>
            </a:r>
            <a:r>
              <a:rPr lang="de-DE" sz="1200" b="0" i="0" err="1">
                <a:solidFill>
                  <a:srgbClr val="111111"/>
                </a:solidFill>
                <a:effectLst/>
                <a:latin typeface="+mj-lt"/>
              </a:rPr>
              <a:t>XPlanar</a:t>
            </a:r>
            <a:r>
              <a:rPr lang="de-DE" sz="1200" b="0" i="0" baseline="30000">
                <a:solidFill>
                  <a:srgbClr val="111111"/>
                </a:solidFill>
                <a:effectLst/>
                <a:latin typeface="+mj-lt"/>
              </a:rPr>
              <a:t>®</a:t>
            </a:r>
            <a:r>
              <a:rPr lang="de-DE" sz="1200" b="0" i="0">
                <a:solidFill>
                  <a:srgbClr val="111111"/>
                </a:solidFill>
                <a:effectLst/>
                <a:latin typeface="+mj-lt"/>
              </a:rPr>
              <a:t> sind eingetragene und lizenzierte Marken der Beckhoff Automation GmbH. Die Verwendung anderer in dieser Dokumentation enthaltenen Marken oder Kennzeichen durch Dritte kann zu einer Verletzung von Rechten der Inhaber der entsprechenden Kennzeichen führen.</a:t>
            </a:r>
          </a:p>
          <a:p>
            <a:pPr>
              <a:buFont typeface="Wingdings" panose="05000000000000000000" pitchFamily="2" charset="2"/>
              <a:buNone/>
            </a:pPr>
            <a:endParaRPr lang="de-DE" altLang="de-DE" sz="1200" noProof="0">
              <a:latin typeface="+mj-lt"/>
            </a:endParaRPr>
          </a:p>
          <a:p>
            <a:pPr>
              <a:buFont typeface="Wingdings" panose="05000000000000000000" pitchFamily="2" charset="2"/>
              <a:buNone/>
            </a:pPr>
            <a:r>
              <a:rPr lang="de-DE" altLang="de-DE" sz="1200" noProof="0">
                <a:latin typeface="+mj-lt"/>
              </a:rPr>
              <a:t>Die Informationen in dieser Präsentation enthalten lediglich allgemeine Beschreibungen bzw. Leistungsmerkmale, welche im konkreten Anwendungsfall nicht immer in der beschriebenen Form zutreffen bzw. welche sich durch Weiterentwicklung der Produkte ändern können. Die gewünschten Leistungsmerkmale sind nur dann verbindlich, wenn sie bei Vertragsabschluss ausdrücklich vereinbart werden.</a:t>
            </a:r>
          </a:p>
        </p:txBody>
      </p:sp>
      <p:sp>
        <p:nvSpPr>
          <p:cNvPr id="8" name="Date Placeholder"/>
          <p:cNvSpPr>
            <a:spLocks noGrp="1"/>
          </p:cNvSpPr>
          <p:nvPr>
            <p:ph type="body" sz="quarter" idx="11" hasCustomPrompt="1"/>
          </p:nvPr>
        </p:nvSpPr>
        <p:spPr>
          <a:xfrm>
            <a:off x="3255495" y="4022394"/>
            <a:ext cx="2196000" cy="277200"/>
          </a:xfrm>
        </p:spPr>
        <p:txBody>
          <a:bodyPr lIns="0" tIns="46800"/>
          <a:lstStyle>
            <a:lvl1pPr marL="0" indent="0" algn="l">
              <a:buNone/>
              <a:defRPr lang="de-DE" sz="1200" kern="1200" baseline="0" dirty="0" smtClean="0">
                <a:solidFill>
                  <a:schemeClr val="tx1"/>
                </a:solidFill>
                <a:latin typeface="Arial" pitchFamily="34" charset="0"/>
                <a:ea typeface="+mn-ea"/>
                <a:cs typeface="+mn-cs"/>
              </a:defRPr>
            </a:lvl1pPr>
            <a:lvl2pPr marL="360362" indent="0" algn="l">
              <a:buNone/>
              <a:defRPr lang="de-DE" sz="1200" kern="1200" baseline="0" dirty="0" smtClean="0">
                <a:solidFill>
                  <a:schemeClr val="tx1"/>
                </a:solidFill>
                <a:latin typeface="Arial" pitchFamily="34" charset="0"/>
                <a:ea typeface="+mn-ea"/>
                <a:cs typeface="+mn-cs"/>
              </a:defRPr>
            </a:lvl2pPr>
            <a:lvl3pPr marL="715962" indent="0" algn="l">
              <a:buNone/>
              <a:defRPr lang="de-DE" sz="1200" kern="1200" baseline="0" dirty="0" smtClean="0">
                <a:solidFill>
                  <a:schemeClr val="tx1"/>
                </a:solidFill>
                <a:latin typeface="Arial" pitchFamily="34" charset="0"/>
                <a:ea typeface="+mn-ea"/>
                <a:cs typeface="+mn-cs"/>
              </a:defRPr>
            </a:lvl3pPr>
            <a:lvl4pPr marL="1076325" indent="0" algn="l">
              <a:buNone/>
              <a:defRPr lang="de-DE" sz="1200" kern="1200" baseline="0" dirty="0" smtClean="0">
                <a:solidFill>
                  <a:schemeClr val="tx1"/>
                </a:solidFill>
                <a:latin typeface="Arial" pitchFamily="34" charset="0"/>
                <a:ea typeface="+mn-ea"/>
                <a:cs typeface="+mn-cs"/>
              </a:defRPr>
            </a:lvl4pPr>
            <a:lvl5pPr marL="1433513" indent="0" algn="l">
              <a:buNone/>
              <a:defRPr lang="de-DE" sz="1200" kern="1200" baseline="0" dirty="0">
                <a:solidFill>
                  <a:schemeClr val="tx1"/>
                </a:solidFill>
                <a:latin typeface="Arial" pitchFamily="34" charset="0"/>
                <a:ea typeface="+mn-ea"/>
                <a:cs typeface="+mn-cs"/>
              </a:defRPr>
            </a:lvl5pPr>
          </a:lstStyle>
          <a:p>
            <a:pPr lvl="0"/>
            <a:r>
              <a:rPr lang="de-DE" noProof="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spcBef>
                <a:spcPct val="50000"/>
              </a:spcBef>
              <a:buFont typeface="Wingdings" panose="05000000000000000000" pitchFamily="2" charset="2"/>
              <a:buNone/>
            </a:pPr>
            <a:r>
              <a:rPr lang="de-DE" altLang="de-DE" sz="1600" noProof="0"/>
              <a:t>Telefon:	+49 5246 963-0  </a:t>
            </a:r>
          </a:p>
          <a:p>
            <a:pPr>
              <a:buFont typeface="Wingdings" panose="05000000000000000000" pitchFamily="2" charset="2"/>
              <a:buNone/>
            </a:pPr>
            <a:r>
              <a:rPr lang="de-DE" altLang="de-DE" sz="1600" noProof="0"/>
              <a:t>E-Mail:	info@beckhoff.com</a:t>
            </a:r>
          </a:p>
          <a:p>
            <a:pPr>
              <a:buFont typeface="Wingdings" panose="05000000000000000000" pitchFamily="2" charset="2"/>
              <a:buNone/>
            </a:pPr>
            <a:r>
              <a:rPr lang="de-DE" altLang="de-DE" sz="1600" noProof="0"/>
              <a:t>Web:	www.beckhoff.com</a:t>
            </a:r>
            <a:r>
              <a:rPr lang="de-DE" altLang="de-DE" sz="1600" b="1" noProof="0"/>
              <a:t> </a:t>
            </a:r>
          </a:p>
        </p:txBody>
      </p:sp>
      <p:sp>
        <p:nvSpPr>
          <p:cNvPr id="9" name="Address"/>
          <p:cNvSpPr txBox="1"/>
          <p:nvPr userDrawn="1"/>
        </p:nvSpPr>
        <p:spPr>
          <a:xfrm>
            <a:off x="3" y="1090800"/>
            <a:ext cx="6095997"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lvl="0" indent="0">
              <a:spcBef>
                <a:spcPts val="0"/>
              </a:spcBef>
              <a:buNone/>
            </a:pPr>
            <a:r>
              <a:rPr lang="de-DE" altLang="de-DE" sz="1600" noProof="0"/>
              <a:t>Beckhoff Automation GmbH &amp; Co. KG </a:t>
            </a:r>
            <a:br>
              <a:rPr lang="de-DE" altLang="de-DE" sz="1600" noProof="0"/>
            </a:br>
            <a:r>
              <a:rPr lang="de-DE" altLang="de-DE" sz="1600" b="0" noProof="0">
                <a:solidFill>
                  <a:srgbClr val="000000"/>
                </a:solidFill>
                <a:latin typeface="Arial"/>
                <a:cs typeface="+mn-cs"/>
              </a:rPr>
              <a:t>Unternehmenszentrale</a:t>
            </a:r>
          </a:p>
          <a:p>
            <a:pPr marL="0" lvl="0" indent="0">
              <a:spcBef>
                <a:spcPts val="0"/>
              </a:spcBef>
              <a:buNone/>
            </a:pPr>
            <a:r>
              <a:rPr lang="de-DE" altLang="de-DE" sz="1600" b="0" noProof="0">
                <a:solidFill>
                  <a:srgbClr val="000000"/>
                </a:solidFill>
                <a:latin typeface="Arial"/>
                <a:cs typeface="+mn-cs"/>
              </a:rPr>
              <a:t>Hülshorstweg 20</a:t>
            </a:r>
          </a:p>
          <a:p>
            <a:pPr marL="0" lvl="0" indent="0">
              <a:spcBef>
                <a:spcPts val="0"/>
              </a:spcBef>
              <a:buNone/>
            </a:pPr>
            <a:r>
              <a:rPr lang="de-DE" altLang="de-DE" sz="1600" b="0" noProof="0">
                <a:solidFill>
                  <a:srgbClr val="000000"/>
                </a:solidFill>
                <a:latin typeface="Arial"/>
                <a:cs typeface="+mn-cs"/>
              </a:rPr>
              <a:t>33415 Verl</a:t>
            </a:r>
          </a:p>
          <a:p>
            <a:pPr marL="0" lvl="0" indent="0">
              <a:spcBef>
                <a:spcPts val="0"/>
              </a:spcBef>
              <a:buNone/>
            </a:pPr>
            <a:r>
              <a:rPr lang="de-DE" altLang="de-DE" sz="1600" b="0" noProof="0">
                <a:solidFill>
                  <a:srgbClr val="000000"/>
                </a:solidFill>
                <a:latin typeface="Arial"/>
                <a:cs typeface="+mn-cs"/>
              </a:rPr>
              <a:t>Deutschland</a:t>
            </a:r>
          </a:p>
          <a:p>
            <a:pPr lvl="0"/>
            <a:endParaRPr lang="de-DE" altLang="de-DE" sz="1600" b="0" noProof="0"/>
          </a:p>
        </p:txBody>
      </p:sp>
      <p:sp>
        <p:nvSpPr>
          <p:cNvPr id="11"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lvl1pPr>
              <a:spcBef>
                <a:spcPct val="0"/>
              </a:spcBef>
              <a:buNone/>
              <a:defRPr sz="2200" b="1" baseline="0">
                <a:solidFill>
                  <a:schemeClr val="bg1"/>
                </a:solidFill>
                <a:latin typeface="Arial" pitchFamily="34" charset="0"/>
                <a:ea typeface="+mj-ea"/>
                <a:cs typeface="Arial" pitchFamily="34" charset="0"/>
              </a:defRPr>
            </a:lvl1pPr>
          </a:lstStyle>
          <a:p>
            <a:pPr lvl="0"/>
            <a:r>
              <a:rPr lang="de-DE" noProof="0"/>
              <a:t>Kontakt </a:t>
            </a:r>
          </a:p>
        </p:txBody>
      </p:sp>
    </p:spTree>
    <p:extLst>
      <p:ext uri="{BB962C8B-B14F-4D97-AF65-F5344CB8AC3E}">
        <p14:creationId xmlns:p14="http://schemas.microsoft.com/office/powerpoint/2010/main" val="33859228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act – Country-specific">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13" name="Legal Notes">
            <a:extLst>
              <a:ext uri="{FF2B5EF4-FFF2-40B4-BE49-F238E27FC236}">
                <a16:creationId xmlns:a16="http://schemas.microsoft.com/office/drawing/2014/main" id="{FB0F8624-008F-47A1-8364-BC96B920ADA6}"/>
              </a:ext>
            </a:extLst>
          </p:cNvPr>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a:t>© Beckhoff Automation </a:t>
            </a:r>
          </a:p>
          <a:p>
            <a:pPr lvl="0"/>
            <a:endParaRPr lang="en-US" altLang="en-US" noProof="0"/>
          </a:p>
          <a:p>
            <a:pPr lvl="0"/>
            <a:r>
              <a:rPr lang="en-US" altLang="en-US" noProof="0"/>
              <a:t>All images are protected by copyright. The use and transfer to third parties is not permitted.</a:t>
            </a:r>
          </a:p>
          <a:p>
            <a:pPr lvl="0"/>
            <a:endParaRPr lang="en-US" altLang="en-US" noProof="0"/>
          </a:p>
          <a:p>
            <a:pPr lvl="0"/>
            <a:r>
              <a:rPr lang="en-US" altLang="en-US" noProof="0"/>
              <a:t>Beckhoff</a:t>
            </a:r>
            <a:r>
              <a:rPr lang="en-US" altLang="en-US" baseline="30000" noProof="0"/>
              <a:t>®</a:t>
            </a:r>
            <a:r>
              <a:rPr lang="en-US" altLang="en-US" noProof="0"/>
              <a:t>, </a:t>
            </a:r>
            <a:r>
              <a:rPr lang="en-US" altLang="en-US" noProof="0" err="1"/>
              <a:t>TwinCAT</a:t>
            </a:r>
            <a:r>
              <a:rPr lang="en-US" altLang="en-US" baseline="30000" noProof="0"/>
              <a:t>®</a:t>
            </a:r>
            <a:r>
              <a:rPr lang="en-US" altLang="en-US" noProof="0"/>
              <a:t>, </a:t>
            </a:r>
            <a:r>
              <a:rPr lang="en-US" altLang="en-US" noProof="0" err="1"/>
              <a:t>TwinCAT</a:t>
            </a:r>
            <a:r>
              <a:rPr lang="en-US" altLang="en-US" noProof="0"/>
              <a:t>/BSD</a:t>
            </a:r>
            <a:r>
              <a:rPr lang="en-US" altLang="en-US" baseline="30000" noProof="0"/>
              <a:t>®</a:t>
            </a:r>
            <a:r>
              <a:rPr lang="en-US" altLang="en-US" noProof="0"/>
              <a:t>, TC/BSD</a:t>
            </a:r>
            <a:r>
              <a:rPr lang="en-US" altLang="en-US" baseline="30000" noProof="0"/>
              <a:t>®</a:t>
            </a:r>
            <a:r>
              <a:rPr lang="en-US" altLang="en-US" noProof="0"/>
              <a:t>, </a:t>
            </a:r>
            <a:r>
              <a:rPr lang="en-US" altLang="en-US" noProof="0" err="1"/>
              <a:t>EtherCAT</a:t>
            </a:r>
            <a:r>
              <a:rPr lang="en-US" altLang="en-US" baseline="30000" noProof="0"/>
              <a:t>®</a:t>
            </a:r>
            <a:r>
              <a:rPr lang="en-US" altLang="en-US" noProof="0"/>
              <a:t>, </a:t>
            </a:r>
            <a:r>
              <a:rPr lang="en-US" altLang="en-US" noProof="0" err="1"/>
              <a:t>EtherCAT</a:t>
            </a:r>
            <a:r>
              <a:rPr lang="en-US" altLang="en-US" noProof="0"/>
              <a:t> G</a:t>
            </a:r>
            <a:r>
              <a:rPr lang="en-US" altLang="en-US" baseline="30000" noProof="0"/>
              <a:t>®</a:t>
            </a:r>
            <a:r>
              <a:rPr lang="en-US" altLang="en-US" noProof="0"/>
              <a:t>, </a:t>
            </a:r>
            <a:r>
              <a:rPr lang="en-US" altLang="en-US" noProof="0" err="1"/>
              <a:t>EtherCAT</a:t>
            </a:r>
            <a:r>
              <a:rPr lang="en-US" altLang="en-US" noProof="0"/>
              <a:t> G10</a:t>
            </a:r>
            <a:r>
              <a:rPr lang="en-US" altLang="en-US" baseline="30000" noProof="0"/>
              <a:t>®</a:t>
            </a:r>
            <a:r>
              <a:rPr lang="en-US" altLang="en-US" noProof="0"/>
              <a:t>, </a:t>
            </a:r>
            <a:r>
              <a:rPr lang="en-US" altLang="en-US" noProof="0" err="1"/>
              <a:t>EtherCAT</a:t>
            </a:r>
            <a:r>
              <a:rPr lang="en-US" altLang="en-US" noProof="0"/>
              <a:t> P</a:t>
            </a:r>
            <a:r>
              <a:rPr lang="en-US" altLang="en-US" baseline="30000" noProof="0"/>
              <a:t>®</a:t>
            </a:r>
            <a:r>
              <a:rPr lang="en-US" altLang="en-US" noProof="0"/>
              <a:t>, Safety over </a:t>
            </a:r>
            <a:r>
              <a:rPr lang="en-US" altLang="en-US" noProof="0" err="1"/>
              <a:t>EtherCAT</a:t>
            </a:r>
            <a:r>
              <a:rPr lang="en-US" altLang="en-US" baseline="30000" noProof="0"/>
              <a:t>®</a:t>
            </a:r>
            <a:r>
              <a:rPr lang="en-US" altLang="en-US" noProof="0"/>
              <a:t>, </a:t>
            </a:r>
            <a:r>
              <a:rPr lang="en-US" altLang="en-US" noProof="0" err="1"/>
              <a:t>TwinSAFE</a:t>
            </a:r>
            <a:r>
              <a:rPr lang="en-US" altLang="en-US" baseline="30000" noProof="0"/>
              <a:t>®</a:t>
            </a:r>
            <a:r>
              <a:rPr lang="en-US" altLang="en-US" noProof="0"/>
              <a:t>, XFC</a:t>
            </a:r>
            <a:r>
              <a:rPr lang="en-US" altLang="en-US" baseline="30000" noProof="0"/>
              <a:t>®</a:t>
            </a:r>
            <a:r>
              <a:rPr lang="en-US" altLang="en-US" noProof="0"/>
              <a:t>, XTS</a:t>
            </a:r>
            <a:r>
              <a:rPr lang="en-US" altLang="en-US" baseline="30000" noProof="0"/>
              <a:t>®</a:t>
            </a:r>
            <a:r>
              <a:rPr lang="en-US" altLang="en-US" noProof="0"/>
              <a:t> and </a:t>
            </a:r>
            <a:r>
              <a:rPr lang="en-US" altLang="en-US" noProof="0" err="1"/>
              <a:t>XPlanar</a:t>
            </a:r>
            <a:r>
              <a:rPr lang="en-US" altLang="en-US" baseline="30000" noProof="0"/>
              <a:t>®</a:t>
            </a:r>
            <a:r>
              <a:rPr lang="en-US" altLang="en-US" noProof="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a:p>
          <a:p>
            <a:pPr lvl="0"/>
            <a:r>
              <a:rPr lang="en-US" altLang="en-US" noProof="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4" name="Date Placeholder">
            <a:extLst>
              <a:ext uri="{FF2B5EF4-FFF2-40B4-BE49-F238E27FC236}">
                <a16:creationId xmlns:a16="http://schemas.microsoft.com/office/drawing/2014/main" id="{D58367F0-49D0-49AE-B9D1-CF63427C3E5A}"/>
              </a:ext>
            </a:extLst>
          </p:cNvPr>
          <p:cNvSpPr>
            <a:spLocks noGrp="1"/>
          </p:cNvSpPr>
          <p:nvPr>
            <p:ph type="body" sz="quarter" idx="11" hasCustomPrompt="1"/>
          </p:nvPr>
        </p:nvSpPr>
        <p:spPr>
          <a:xfrm>
            <a:off x="2040500"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a:t>MM/YYYY</a:t>
            </a:r>
          </a:p>
        </p:txBody>
      </p:sp>
      <p:sp>
        <p:nvSpPr>
          <p:cNvPr id="27" name="Phone, Mail, Web Placeholder">
            <a:extLst>
              <a:ext uri="{FF2B5EF4-FFF2-40B4-BE49-F238E27FC236}">
                <a16:creationId xmlns:a16="http://schemas.microsoft.com/office/drawing/2014/main" id="{CD68DB35-B7DC-45D7-8D3B-4237236AEDB1}"/>
              </a:ext>
            </a:extLst>
          </p:cNvPr>
          <p:cNvSpPr>
            <a:spLocks noGrp="1"/>
          </p:cNvSpPr>
          <p:nvPr>
            <p:ph type="body" sz="quarter" idx="16" hasCustomPrompt="1"/>
          </p:nvPr>
        </p:nvSpPr>
        <p:spPr>
          <a:xfrm>
            <a:off x="6096001" y="1090800"/>
            <a:ext cx="4052711" cy="1873250"/>
          </a:xfrm>
        </p:spPr>
        <p:txBody>
          <a:bodyPr lIns="90000" tIns="432000"/>
          <a:lstStyle>
            <a:lvl1pPr marL="0" indent="0">
              <a:spcBef>
                <a:spcPts val="0"/>
              </a:spcBef>
              <a:buNone/>
              <a:tabLst>
                <a:tab pos="896400" algn="l"/>
              </a:tabLst>
              <a:defRPr sz="1600"/>
            </a:lvl1pPr>
            <a:lvl2pPr>
              <a:spcBef>
                <a:spcPts val="0"/>
              </a:spcBef>
              <a:tabLst>
                <a:tab pos="914400" algn="l"/>
              </a:tabLst>
              <a:defRPr sz="1600"/>
            </a:lvl2pPr>
            <a:lvl3pPr>
              <a:spcBef>
                <a:spcPts val="0"/>
              </a:spcBef>
              <a:tabLst>
                <a:tab pos="914400" algn="l"/>
              </a:tabLst>
              <a:defRPr sz="1600"/>
            </a:lvl3pPr>
            <a:lvl4pPr>
              <a:spcBef>
                <a:spcPts val="0"/>
              </a:spcBef>
              <a:tabLst>
                <a:tab pos="914400" algn="l"/>
              </a:tabLst>
              <a:defRPr sz="1600"/>
            </a:lvl4pPr>
            <a:lvl5pPr>
              <a:spcBef>
                <a:spcPts val="0"/>
              </a:spcBef>
              <a:tabLst>
                <a:tab pos="914400" algn="l"/>
              </a:tabLst>
              <a:defRPr sz="1600"/>
            </a:lvl5pPr>
          </a:lstStyle>
          <a:p>
            <a:pPr lvl="0"/>
            <a:r>
              <a:rPr lang="en-US" noProof="0"/>
              <a:t>Phone:    … </a:t>
            </a:r>
            <a:br>
              <a:rPr lang="en-US" noProof="0"/>
            </a:br>
            <a:r>
              <a:rPr lang="en-US" noProof="0"/>
              <a:t>E-mail:    …</a:t>
            </a:r>
            <a:br>
              <a:rPr lang="en-US" noProof="0"/>
            </a:br>
            <a:r>
              <a:rPr lang="en-US" noProof="0"/>
              <a:t>Web:       …</a:t>
            </a:r>
          </a:p>
        </p:txBody>
      </p:sp>
      <p:sp>
        <p:nvSpPr>
          <p:cNvPr id="12" name="Address Placeholder">
            <a:extLst>
              <a:ext uri="{FF2B5EF4-FFF2-40B4-BE49-F238E27FC236}">
                <a16:creationId xmlns:a16="http://schemas.microsoft.com/office/drawing/2014/main" id="{1BE23ED5-17AC-4930-BA35-81B604872F42}"/>
              </a:ext>
            </a:extLst>
          </p:cNvPr>
          <p:cNvSpPr>
            <a:spLocks noGrp="1"/>
          </p:cNvSpPr>
          <p:nvPr>
            <p:ph type="body" sz="quarter" idx="14" hasCustomPrompt="1"/>
          </p:nvPr>
        </p:nvSpPr>
        <p:spPr>
          <a:xfrm>
            <a:off x="3" y="1090800"/>
            <a:ext cx="4871861" cy="1873250"/>
          </a:xfrm>
        </p:spPr>
        <p:txBody>
          <a:bodyPr/>
          <a:lstStyle>
            <a:lvl1pPr marL="0" indent="0">
              <a:spcBef>
                <a:spcPts val="0"/>
              </a:spcBef>
              <a:buNone/>
              <a:defRPr sz="1600" b="0"/>
            </a:lvl1pPr>
            <a:lvl2pPr marL="360362" indent="0">
              <a:buNone/>
              <a:defRPr sz="1600"/>
            </a:lvl2pPr>
            <a:lvl3pPr>
              <a:defRPr sz="1600"/>
            </a:lvl3pPr>
            <a:lvl4pPr>
              <a:defRPr sz="1600"/>
            </a:lvl4pPr>
            <a:lvl5pPr>
              <a:defRPr sz="1600"/>
            </a:lvl5pPr>
          </a:lstStyle>
          <a:p>
            <a:pPr lvl="0"/>
            <a:r>
              <a:rPr lang="en-US" noProof="0"/>
              <a:t>Subsidiary name </a:t>
            </a:r>
            <a:br>
              <a:rPr lang="en-US" noProof="0"/>
            </a:br>
            <a:r>
              <a:rPr lang="en-US" noProof="0"/>
              <a:t>and address details </a:t>
            </a:r>
          </a:p>
        </p:txBody>
      </p:sp>
      <p:sp>
        <p:nvSpPr>
          <p:cNvPr id="5" name="Title">
            <a:extLst>
              <a:ext uri="{FF2B5EF4-FFF2-40B4-BE49-F238E27FC236}">
                <a16:creationId xmlns:a16="http://schemas.microsoft.com/office/drawing/2014/main" id="{19FC4D1F-B4C7-47E6-B598-C1C778E645C7}"/>
              </a:ext>
            </a:extLst>
          </p:cNvPr>
          <p:cNvSpPr>
            <a:spLocks noGrp="1"/>
          </p:cNvSpPr>
          <p:nvPr>
            <p:ph type="title" hasCustomPrompt="1"/>
          </p:nvPr>
        </p:nvSpPr>
        <p:spPr/>
        <p:txBody>
          <a:bodyPr/>
          <a:lstStyle>
            <a:lvl1pPr>
              <a:defRPr/>
            </a:lvl1pPr>
          </a:lstStyle>
          <a:p>
            <a:r>
              <a:rPr lang="en-US"/>
              <a:t>Click to add title</a:t>
            </a:r>
          </a:p>
        </p:txBody>
      </p:sp>
    </p:spTree>
    <p:extLst>
      <p:ext uri="{BB962C8B-B14F-4D97-AF65-F5344CB8AC3E}">
        <p14:creationId xmlns:p14="http://schemas.microsoft.com/office/powerpoint/2010/main" val="32207065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EC17FFD9-E190-4354-AF30-89800F8E4F3E}"/>
              </a:ext>
            </a:extLst>
          </p:cNvPr>
          <p:cNvSpPr>
            <a:spLocks noGrp="1"/>
          </p:cNvSpPr>
          <p:nvPr>
            <p:ph type="ftr" sz="quarter" idx="10"/>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B0FDDC2E-ABE4-429F-8CE9-38DD695422FD}"/>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pic>
        <p:nvPicPr>
          <p:cNvPr id="6" name="Bildplatzhalter 4">
            <a:extLst>
              <a:ext uri="{FF2B5EF4-FFF2-40B4-BE49-F238E27FC236}">
                <a16:creationId xmlns:a16="http://schemas.microsoft.com/office/drawing/2014/main" id="{8D31A674-9DC6-4670-9A1A-2754DA6F827F}"/>
              </a:ext>
            </a:extLst>
          </p:cNvPr>
          <p:cNvPicPr>
            <a:picLocks noChangeAspect="1"/>
          </p:cNvPicPr>
          <p:nvPr userDrawn="1"/>
        </p:nvPicPr>
        <p:blipFill>
          <a:blip r:embed="rId2"/>
          <a:srcRect l="11" r="11"/>
          <a:stretch/>
        </p:blipFill>
        <p:spPr bwMode="gray">
          <a:xfrm>
            <a:off x="0" y="-1"/>
            <a:ext cx="12199938" cy="6858001"/>
          </a:xfrm>
          <a:prstGeom prst="rect">
            <a:avLst/>
          </a:prstGeom>
        </p:spPr>
      </p:pic>
      <p:sp>
        <p:nvSpPr>
          <p:cNvPr id="4" name="Title">
            <a:extLst>
              <a:ext uri="{FF2B5EF4-FFF2-40B4-BE49-F238E27FC236}">
                <a16:creationId xmlns:a16="http://schemas.microsoft.com/office/drawing/2014/main" id="{9030D639-0DC9-4081-8A98-1A8F8593892C}"/>
              </a:ext>
            </a:extLst>
          </p:cNvPr>
          <p:cNvSpPr>
            <a:spLocks noGrp="1"/>
          </p:cNvSpPr>
          <p:nvPr>
            <p:ph type="title" hasCustomPrompt="1"/>
          </p:nvPr>
        </p:nvSpPr>
        <p:spPr>
          <a:xfrm>
            <a:off x="-1" y="111600"/>
            <a:ext cx="10137600" cy="629367"/>
          </a:xfrm>
        </p:spPr>
        <p:txBody>
          <a:bodyPr/>
          <a:lstStyle>
            <a:lvl1pPr>
              <a:defRPr/>
            </a:lvl1pPr>
          </a:lstStyle>
          <a:p>
            <a:r>
              <a:rPr lang="de-DE" noProof="0"/>
              <a:t>Click </a:t>
            </a:r>
            <a:r>
              <a:rPr lang="de-DE" noProof="0" err="1"/>
              <a:t>to</a:t>
            </a:r>
            <a:r>
              <a:rPr lang="de-DE" noProof="0"/>
              <a:t> </a:t>
            </a:r>
            <a:r>
              <a:rPr lang="de-DE" noProof="0" err="1"/>
              <a:t>add</a:t>
            </a:r>
            <a:r>
              <a:rPr lang="de-DE" noProof="0"/>
              <a:t> title</a:t>
            </a:r>
            <a:endParaRPr lang="en-US" noProof="0"/>
          </a:p>
        </p:txBody>
      </p:sp>
    </p:spTree>
    <p:extLst>
      <p:ext uri="{BB962C8B-B14F-4D97-AF65-F5344CB8AC3E}">
        <p14:creationId xmlns:p14="http://schemas.microsoft.com/office/powerpoint/2010/main" val="1777312408"/>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for Speaker – Version 1">
    <p:spTree>
      <p:nvGrpSpPr>
        <p:cNvPr id="1" name=""/>
        <p:cNvGrpSpPr/>
        <p:nvPr/>
      </p:nvGrpSpPr>
      <p:grpSpPr>
        <a:xfrm>
          <a:off x="0" y="0"/>
          <a:ext cx="0" cy="0"/>
          <a:chOff x="0" y="0"/>
          <a:chExt cx="0" cy="0"/>
        </a:xfrm>
      </p:grpSpPr>
      <p:pic>
        <p:nvPicPr>
          <p:cNvPr id="6" name="Bildplatzhalter 4">
            <a:extLst>
              <a:ext uri="{FF2B5EF4-FFF2-40B4-BE49-F238E27FC236}">
                <a16:creationId xmlns:a16="http://schemas.microsoft.com/office/drawing/2014/main" id="{78A8805B-9F86-5519-24E0-AC5FDE9A776A}"/>
              </a:ext>
            </a:extLst>
          </p:cNvPr>
          <p:cNvPicPr>
            <a:picLocks noChangeAspect="1"/>
          </p:cNvPicPr>
          <p:nvPr userDrawn="1"/>
        </p:nvPicPr>
        <p:blipFill>
          <a:blip r:embed="rId2"/>
          <a:srcRect l="11" r="11"/>
          <a:stretch/>
        </p:blipFill>
        <p:spPr bwMode="gray">
          <a:xfrm>
            <a:off x="0" y="-1"/>
            <a:ext cx="12199938" cy="6858001"/>
          </a:xfrm>
          <a:prstGeom prst="rect">
            <a:avLst/>
          </a:prstGeom>
        </p:spPr>
      </p:pic>
      <p:sp>
        <p:nvSpPr>
          <p:cNvPr id="4" name="Rechteck 3">
            <a:extLst>
              <a:ext uri="{FF2B5EF4-FFF2-40B4-BE49-F238E27FC236}">
                <a16:creationId xmlns:a16="http://schemas.microsoft.com/office/drawing/2014/main" id="{256381DE-6AAF-6EB7-A339-870B8B807079}"/>
              </a:ext>
            </a:extLst>
          </p:cNvPr>
          <p:cNvSpPr/>
          <p:nvPr userDrawn="1"/>
        </p:nvSpPr>
        <p:spPr>
          <a:xfrm>
            <a:off x="-1" y="0"/>
            <a:ext cx="6098401" cy="6861175"/>
          </a:xfrm>
          <a:prstGeom prst="rect">
            <a:avLst/>
          </a:prstGeom>
          <a:gradFill>
            <a:gsLst>
              <a:gs pos="69000">
                <a:srgbClr val="FCFDFD">
                  <a:alpha val="80000"/>
                </a:srgbClr>
              </a:gs>
              <a:gs pos="0">
                <a:schemeClr val="accent1">
                  <a:lumMod val="5000"/>
                  <a:lumOff val="95000"/>
                </a:schemeClr>
              </a:gs>
              <a:gs pos="100000">
                <a:schemeClr val="bg1">
                  <a:alpha val="0"/>
                </a:schemeClr>
              </a:gs>
            </a:gsLst>
            <a:lin ang="0" scaled="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a:solidFill>
                <a:schemeClr val="tx1"/>
              </a:solidFill>
              <a:latin typeface="+mj-lt"/>
              <a:ea typeface="+mn-ea"/>
              <a:cs typeface="Arial" pitchFamily="34" charset="0"/>
            </a:endParaRPr>
          </a:p>
        </p:txBody>
      </p:sp>
      <p:sp>
        <p:nvSpPr>
          <p:cNvPr id="8" name="Footer Placeholder">
            <a:extLst>
              <a:ext uri="{FF2B5EF4-FFF2-40B4-BE49-F238E27FC236}">
                <a16:creationId xmlns:a16="http://schemas.microsoft.com/office/drawing/2014/main" id="{A1007D3D-C5EC-4571-BE1C-06654C5B83FD}"/>
              </a:ext>
            </a:extLst>
          </p:cNvPr>
          <p:cNvSpPr>
            <a:spLocks noGrp="1"/>
          </p:cNvSpPr>
          <p:nvPr>
            <p:ph type="ftr" sz="quarter" idx="11"/>
          </p:nvPr>
        </p:nvSpPr>
        <p:spPr>
          <a:noFill/>
        </p:spPr>
        <p:txBody>
          <a:bodyPr/>
          <a:lstStyle/>
          <a:p>
            <a:r>
              <a:rPr lang="en-US" noProof="0"/>
              <a:t>Footer text</a:t>
            </a:r>
          </a:p>
        </p:txBody>
      </p:sp>
      <p:sp>
        <p:nvSpPr>
          <p:cNvPr id="10" name="Slide Number Placeholder">
            <a:extLst>
              <a:ext uri="{FF2B5EF4-FFF2-40B4-BE49-F238E27FC236}">
                <a16:creationId xmlns:a16="http://schemas.microsoft.com/office/drawing/2014/main" id="{4B4F1309-657C-418A-9A8B-219278A7A6FB}"/>
              </a:ext>
            </a:extLst>
          </p:cNvPr>
          <p:cNvSpPr>
            <a:spLocks noGrp="1"/>
          </p:cNvSpPr>
          <p:nvPr>
            <p:ph type="sldNum" sz="quarter" idx="12"/>
          </p:nvPr>
        </p:nvSpPr>
        <p:spPr>
          <a:noFill/>
        </p:spPr>
        <p:txBody>
          <a:bodyPr/>
          <a:lstStyle/>
          <a:p>
            <a:fld id="{A930EF64-91C9-4EBD-82F9-3643AB15A28C}" type="slidenum">
              <a:rPr lang="en-US" noProof="0" smtClean="0"/>
              <a:pPr/>
              <a:t>‹#›</a:t>
            </a:fld>
            <a:endParaRPr lang="en-US" noProof="0"/>
          </a:p>
        </p:txBody>
      </p:sp>
      <p:sp>
        <p:nvSpPr>
          <p:cNvPr id="3" name="Text Placeholder">
            <a:extLst>
              <a:ext uri="{FF2B5EF4-FFF2-40B4-BE49-F238E27FC236}">
                <a16:creationId xmlns:a16="http://schemas.microsoft.com/office/drawing/2014/main" id="{BEB3C114-D938-41BB-B3A2-9312262D642E}"/>
              </a:ext>
            </a:extLst>
          </p:cNvPr>
          <p:cNvSpPr>
            <a:spLocks noGrp="1"/>
          </p:cNvSpPr>
          <p:nvPr>
            <p:ph type="body" sz="quarter" idx="10" hasCustomPrompt="1"/>
          </p:nvPr>
        </p:nvSpPr>
        <p:spPr>
          <a:xfrm>
            <a:off x="0" y="1089025"/>
            <a:ext cx="6098400" cy="5772150"/>
          </a:xfrm>
          <a:noFill/>
        </p:spPr>
        <p:txBody>
          <a:bodyPr/>
          <a:lstStyle>
            <a:lvl1pPr>
              <a:defRPr/>
            </a:lvl1pPr>
          </a:lstStyle>
          <a:p>
            <a:pPr lvl="0"/>
            <a:r>
              <a:rPr lang="en-US" noProof="0"/>
              <a:t>Speaker name </a:t>
            </a:r>
            <a:br>
              <a:rPr lang="en-US" noProof="0"/>
            </a:br>
            <a:r>
              <a:rPr lang="en-US" noProof="0"/>
              <a:t>Department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a:extLst>
              <a:ext uri="{FF2B5EF4-FFF2-40B4-BE49-F238E27FC236}">
                <a16:creationId xmlns:a16="http://schemas.microsoft.com/office/drawing/2014/main" id="{1BEF4B5F-8F3C-41F6-887A-1CA15C7A5BC9}"/>
              </a:ext>
            </a:extLst>
          </p:cNvPr>
          <p:cNvSpPr>
            <a:spLocks noGrp="1"/>
          </p:cNvSpPr>
          <p:nvPr>
            <p:ph type="title" hasCustomPrompt="1"/>
          </p:nvPr>
        </p:nvSpPr>
        <p:spPr/>
        <p:txBody>
          <a:bodyPr/>
          <a:lstStyle/>
          <a:p>
            <a:r>
              <a:rPr lang="de-DE" noProof="0"/>
              <a:t>Click </a:t>
            </a:r>
            <a:r>
              <a:rPr lang="de-DE" noProof="0" err="1"/>
              <a:t>to</a:t>
            </a:r>
            <a:r>
              <a:rPr lang="de-DE" noProof="0"/>
              <a:t> </a:t>
            </a:r>
            <a:r>
              <a:rPr lang="de-DE" noProof="0" err="1"/>
              <a:t>add</a:t>
            </a:r>
            <a:r>
              <a:rPr lang="de-DE" noProof="0"/>
              <a:t> title</a:t>
            </a:r>
            <a:endParaRPr lang="en-US" noProof="0"/>
          </a:p>
        </p:txBody>
      </p:sp>
    </p:spTree>
    <p:extLst>
      <p:ext uri="{BB962C8B-B14F-4D97-AF65-F5344CB8AC3E}">
        <p14:creationId xmlns:p14="http://schemas.microsoft.com/office/powerpoint/2010/main" val="198879152"/>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for Speaker – Version 2">
    <p:spTree>
      <p:nvGrpSpPr>
        <p:cNvPr id="1" name=""/>
        <p:cNvGrpSpPr/>
        <p:nvPr/>
      </p:nvGrpSpPr>
      <p:grpSpPr>
        <a:xfrm>
          <a:off x="0" y="0"/>
          <a:ext cx="0" cy="0"/>
          <a:chOff x="0" y="0"/>
          <a:chExt cx="0" cy="0"/>
        </a:xfrm>
      </p:grpSpPr>
      <p:sp>
        <p:nvSpPr>
          <p:cNvPr id="9" name="Bildplatzhalter 8">
            <a:extLst>
              <a:ext uri="{FF2B5EF4-FFF2-40B4-BE49-F238E27FC236}">
                <a16:creationId xmlns:a16="http://schemas.microsoft.com/office/drawing/2014/main" id="{B870FF44-7FA6-55A2-DEFE-74CA0157814A}"/>
              </a:ext>
            </a:extLst>
          </p:cNvPr>
          <p:cNvSpPr>
            <a:spLocks noGrp="1"/>
          </p:cNvSpPr>
          <p:nvPr>
            <p:ph type="pic" sz="quarter" idx="12" hasCustomPrompt="1"/>
          </p:nvPr>
        </p:nvSpPr>
        <p:spPr>
          <a:xfrm>
            <a:off x="6097200" y="0"/>
            <a:ext cx="6094800" cy="6858000"/>
          </a:xfrm>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pPr marL="0" marR="0" lvl="0" indent="0" algn="l" defTabSz="914400" rtl="0" eaLnBrk="1" fontAlgn="auto" latinLnBrk="0" hangingPunct="1">
              <a:lnSpc>
                <a:spcPct val="100000"/>
              </a:lnSpc>
              <a:spcBef>
                <a:spcPts val="600"/>
              </a:spcBef>
              <a:spcAft>
                <a:spcPts val="0"/>
              </a:spcAft>
              <a:buClrTx/>
              <a:buSzTx/>
              <a:buFont typeface="Wingdings" pitchFamily="2" charset="2"/>
              <a:buNone/>
              <a:tabLst/>
              <a:defRPr/>
            </a:pPr>
            <a:r>
              <a:rPr lang="en-US" noProof="0"/>
              <a:t>Click on symbol to add picture</a:t>
            </a:r>
          </a:p>
        </p:txBody>
      </p:sp>
      <p:sp>
        <p:nvSpPr>
          <p:cNvPr id="3" name="Footer Placeholder">
            <a:extLst>
              <a:ext uri="{FF2B5EF4-FFF2-40B4-BE49-F238E27FC236}">
                <a16:creationId xmlns:a16="http://schemas.microsoft.com/office/drawing/2014/main" id="{F4598583-8674-490B-B814-FBA89FE47BBF}"/>
              </a:ext>
            </a:extLst>
          </p:cNvPr>
          <p:cNvSpPr>
            <a:spLocks noGrp="1"/>
          </p:cNvSpPr>
          <p:nvPr>
            <p:ph type="ftr" sz="quarter" idx="10"/>
          </p:nvPr>
        </p:nvSpPr>
        <p:spPr/>
        <p:txBody>
          <a:bodyPr/>
          <a:lstStyle/>
          <a:p>
            <a:r>
              <a:rPr lang="en-US" noProof="0"/>
              <a:t>Footer text</a:t>
            </a:r>
          </a:p>
        </p:txBody>
      </p:sp>
      <p:sp>
        <p:nvSpPr>
          <p:cNvPr id="6" name="Slide Number Placeholder">
            <a:extLst>
              <a:ext uri="{FF2B5EF4-FFF2-40B4-BE49-F238E27FC236}">
                <a16:creationId xmlns:a16="http://schemas.microsoft.com/office/drawing/2014/main" id="{6CDA0863-F8FA-4A9D-A308-28CFF0D552BF}"/>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342900" marR="0" lvl="0" indent="-34290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a:t>Speaker Name </a:t>
            </a:r>
            <a:br>
              <a:rPr lang="en-US" noProof="0"/>
            </a:br>
            <a:r>
              <a:rPr lang="en-US" noProof="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marL="0" indent="0">
              <a:buFont typeface="Arial" panose="020B0604020202020204" pitchFamily="34" charset="0"/>
              <a:buNone/>
              <a:defRPr lang="en-US" noProof="0" dirty="0">
                <a:solidFill>
                  <a:schemeClr val="bg1"/>
                </a:solidFill>
              </a:defRPr>
            </a:lvl1pPr>
          </a:lstStyle>
          <a:p>
            <a:pPr lvl="0"/>
            <a:r>
              <a:rPr lang="en-US" noProof="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spTree>
    <p:extLst>
      <p:ext uri="{BB962C8B-B14F-4D97-AF65-F5344CB8AC3E}">
        <p14:creationId xmlns:p14="http://schemas.microsoft.com/office/powerpoint/2010/main" val="3100652705"/>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1A7223DA-1D3F-4531-BEC2-1CB60D927375}"/>
              </a:ext>
            </a:extLst>
          </p:cNvPr>
          <p:cNvSpPr>
            <a:spLocks noGrp="1"/>
          </p:cNvSpPr>
          <p:nvPr>
            <p:ph type="ftr" sz="quarter" idx="16"/>
          </p:nvPr>
        </p:nvSpPr>
        <p:spPr/>
        <p:txBody>
          <a:bodyPr/>
          <a:lstStyle/>
          <a:p>
            <a:r>
              <a:rPr lang="en-US" noProof="0"/>
              <a:t>Footer text</a:t>
            </a:r>
          </a:p>
        </p:txBody>
      </p:sp>
      <p:sp>
        <p:nvSpPr>
          <p:cNvPr id="9" name="Slide Number Placeholder">
            <a:extLst>
              <a:ext uri="{FF2B5EF4-FFF2-40B4-BE49-F238E27FC236}">
                <a16:creationId xmlns:a16="http://schemas.microsoft.com/office/drawing/2014/main" id="{22D552AE-634D-49AB-8A75-90A3811E881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5" name="Text Placeholder"/>
          <p:cNvSpPr>
            <a:spLocks noGrp="1"/>
          </p:cNvSpPr>
          <p:nvPr>
            <p:ph type="body" sz="quarter" idx="15" hasCustomPrompt="1"/>
          </p:nvPr>
        </p:nvSpPr>
        <p:spPr bwMode="gray">
          <a:xfrm>
            <a:off x="3" y="1090799"/>
            <a:ext cx="10137600" cy="5331600"/>
          </a:xfrm>
          <a:prstGeom prst="rect">
            <a:avLst/>
          </a:prstGeom>
        </p:spPr>
        <p:txBody>
          <a:bodyPr/>
          <a:lstStyle>
            <a:lvl1pPr marL="630000" indent="-630000">
              <a:buFont typeface="+mj-lt"/>
              <a:buAutoNum type="arabicPeriod"/>
              <a:defRPr b="0" baseline="0"/>
            </a:lvl1pPr>
            <a:lvl2pPr marL="982800" indent="-270000">
              <a:defRPr/>
            </a:lvl2pPr>
            <a:lvl3pPr marL="1342800" indent="-266400">
              <a:buFont typeface="Symbol" panose="05050102010706020507" pitchFamily="18" charset="2"/>
              <a:buChar char="-"/>
              <a:defRPr/>
            </a:lvl3pPr>
            <a:lvl4pPr marL="1699200" indent="-266400">
              <a:defRPr/>
            </a:lvl4pPr>
            <a:lvl5pPr marL="2059200" indent="-266700">
              <a:defRPr/>
            </a:lvl5pPr>
          </a:lstStyle>
          <a:p>
            <a:pPr lvl="0"/>
            <a:r>
              <a:rPr lang="en-US" noProof="0"/>
              <a:t>Click to add chapter (active chapter in bold)</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le"/>
          <p:cNvSpPr>
            <a:spLocks noGrp="1"/>
          </p:cNvSpPr>
          <p:nvPr>
            <p:ph type="title" hasCustomPrompt="1"/>
          </p:nvPr>
        </p:nvSpPr>
        <p:spPr/>
        <p:txBody>
          <a:bodyPr/>
          <a:lstStyle/>
          <a:p>
            <a:r>
              <a:rPr lang="en-US" noProof="0"/>
              <a:t>Click to add contents</a:t>
            </a:r>
          </a:p>
        </p:txBody>
      </p:sp>
    </p:spTree>
    <p:extLst>
      <p:ext uri="{BB962C8B-B14F-4D97-AF65-F5344CB8AC3E}">
        <p14:creationId xmlns:p14="http://schemas.microsoft.com/office/powerpoint/2010/main" val="19400936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9F4DFDF0-0B44-48E7-B482-FA214B6813AE}"/>
              </a:ext>
            </a:extLst>
          </p:cNvPr>
          <p:cNvSpPr>
            <a:spLocks noGrp="1"/>
          </p:cNvSpPr>
          <p:nvPr>
            <p:ph type="ftr" sz="quarter" idx="16"/>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515C8023-6CA7-4538-BC5A-F44602780247}"/>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8" name="Text Placeholder"/>
          <p:cNvSpPr>
            <a:spLocks noGrp="1"/>
          </p:cNvSpPr>
          <p:nvPr>
            <p:ph type="body" sz="quarter" idx="15" hasCustomPrompt="1"/>
          </p:nvPr>
        </p:nvSpPr>
        <p:spPr bwMode="gray">
          <a:xfrm>
            <a:off x="3" y="1090799"/>
            <a:ext cx="10137600" cy="5331600"/>
          </a:xfrm>
          <a:prstGeom prst="rect">
            <a:avLst/>
          </a:prstGeom>
        </p:spPr>
        <p:txBody>
          <a:bodyPr vert="horz" lIns="450000" tIns="190800" rIns="91440" bIns="45720" rtlCol="0">
            <a:noAutofit/>
          </a:bodyPr>
          <a:lstStyle>
            <a:lvl1pPr>
              <a:defRPr lang="en-US" noProof="0" dirty="0" smtClean="0"/>
            </a:lvl1pPr>
            <a:lvl2pPr>
              <a:defRPr lang="en-US" noProof="0" dirty="0" smtClean="0"/>
            </a:lvl2pPr>
            <a:lvl3pPr>
              <a:defRPr lang="en-US" noProof="0" dirty="0" smtClean="0"/>
            </a:lvl3pPr>
            <a:lvl4pPr>
              <a:defRPr lang="en-US" noProof="0" dirty="0" smtClean="0"/>
            </a:lvl4pPr>
            <a:lvl5pPr>
              <a:defRPr lang="en-US" noProof="0" dirty="0" smtClean="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el 1">
            <a:extLst>
              <a:ext uri="{FF2B5EF4-FFF2-40B4-BE49-F238E27FC236}">
                <a16:creationId xmlns:a16="http://schemas.microsoft.com/office/drawing/2014/main" id="{2F689EAD-B005-8D54-C948-D21D1674C391}"/>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37240972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3 text + 2 pictures">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6484DE6C-01C4-4549-8868-BC91980DA1B8}"/>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47B61BDE-5EB2-439B-87EA-3291DABA7078}"/>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noChangeAspect="1"/>
          </p:cNvSpPr>
          <p:nvPr>
            <p:ph type="pic" sz="quarter" idx="16" hasCustomPrompt="1"/>
          </p:nvPr>
        </p:nvSpPr>
        <p:spPr bwMode="gray">
          <a:xfrm>
            <a:off x="8136000" y="3981600"/>
            <a:ext cx="3805618" cy="2700000"/>
          </a:xfrm>
          <a:prstGeom prst="rect">
            <a:avLst/>
          </a:prstGeom>
          <a:ln w="12700">
            <a:solidFill>
              <a:schemeClr val="bg1"/>
            </a:solidFill>
            <a:miter lim="800000"/>
          </a:ln>
          <a:effectLst>
            <a:outerShdw blurRad="50800" dist="38100" dir="2700000" algn="tl" rotWithShape="0">
              <a:prstClr val="black">
                <a:alpha val="40000"/>
              </a:prstClr>
            </a:outerShdw>
          </a:effectLst>
        </p:spPr>
        <p:txBody>
          <a:bodyPr/>
          <a:lstStyle>
            <a:lvl1pPr marL="0" indent="0">
              <a:buNone/>
              <a:defRPr/>
            </a:lvl1pPr>
          </a:lstStyle>
          <a:p>
            <a:r>
              <a:rPr lang="en-US" noProof="0"/>
              <a:t>Click on symbol to add picture</a:t>
            </a:r>
          </a:p>
        </p:txBody>
      </p:sp>
      <p:sp>
        <p:nvSpPr>
          <p:cNvPr id="4" name="Picture Placeholder 1"/>
          <p:cNvSpPr>
            <a:spLocks noGrp="1" noChangeAspect="1"/>
          </p:cNvSpPr>
          <p:nvPr>
            <p:ph type="pic" sz="quarter" idx="14" hasCustomPrompt="1"/>
          </p:nvPr>
        </p:nvSpPr>
        <p:spPr bwMode="gray">
          <a:xfrm>
            <a:off x="8136000" y="1090799"/>
            <a:ext cx="3805618" cy="2700000"/>
          </a:xfrm>
          <a:prstGeom prst="rect">
            <a:avLst/>
          </a:prstGeom>
          <a:ln w="12700">
            <a:solidFill>
              <a:schemeClr val="bg1"/>
            </a:solidFill>
            <a:miter lim="800000"/>
          </a:ln>
          <a:effectLst>
            <a:outerShdw blurRad="50800" dist="38100" dir="2700000" algn="tl" rotWithShape="0">
              <a:prstClr val="black">
                <a:alpha val="40000"/>
              </a:prstClr>
            </a:outerShdw>
          </a:effectLst>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799"/>
            <a:ext cx="81360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el 1">
            <a:extLst>
              <a:ext uri="{FF2B5EF4-FFF2-40B4-BE49-F238E27FC236}">
                <a16:creationId xmlns:a16="http://schemas.microsoft.com/office/drawing/2014/main" id="{7CDF4B99-BE8E-6165-03D4-E55FDE939E5B}"/>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23942052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2 text + 1 halfsize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99F85A85-2456-4567-AD94-8845D76D276C}"/>
              </a:ext>
            </a:extLst>
          </p:cNvPr>
          <p:cNvSpPr>
            <a:spLocks noGrp="1"/>
          </p:cNvSpPr>
          <p:nvPr>
            <p:ph type="ftr" sz="quarter" idx="16"/>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CDB31999-ACD1-4446-88FC-073D53B8E87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5840813" cy="5523602"/>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2" y="1090800"/>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el 1">
            <a:extLst>
              <a:ext uri="{FF2B5EF4-FFF2-40B4-BE49-F238E27FC236}">
                <a16:creationId xmlns:a16="http://schemas.microsoft.com/office/drawing/2014/main" id="{3996252B-A877-5A1A-D17E-2369B9D63FCA}"/>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31013154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2 text + 1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5192BE08-D7FF-416E-BE68-DD5FA8DD6D56}"/>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27640755-13F0-423E-A8D5-986F786D5482}"/>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5843215" cy="4140586"/>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5" name="Titel 4">
            <a:extLst>
              <a:ext uri="{FF2B5EF4-FFF2-40B4-BE49-F238E27FC236}">
                <a16:creationId xmlns:a16="http://schemas.microsoft.com/office/drawing/2014/main" id="{326C8A53-1767-E603-8F61-EA23B677938D}"/>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19063745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2 text + 2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88D676BE-C49F-4CF3-A83C-582B2EB62ECB}"/>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9757859A-C6FD-456E-AD04-51BA82F9F30A}"/>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6098400" y="3981600"/>
            <a:ext cx="5840815" cy="2761802"/>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4" name="Picture Placeholder 1"/>
          <p:cNvSpPr>
            <a:spLocks noGrp="1"/>
          </p:cNvSpPr>
          <p:nvPr>
            <p:ph type="pic" sz="quarter" idx="14" hasCustomPrompt="1"/>
          </p:nvPr>
        </p:nvSpPr>
        <p:spPr bwMode="gray">
          <a:xfrm>
            <a:off x="6098400" y="1090799"/>
            <a:ext cx="5840815" cy="2761802"/>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5" name="Titel 4">
            <a:extLst>
              <a:ext uri="{FF2B5EF4-FFF2-40B4-BE49-F238E27FC236}">
                <a16:creationId xmlns:a16="http://schemas.microsoft.com/office/drawing/2014/main" id="{FD18979F-9021-1844-4027-359007499A0B}"/>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1525265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2 text + 3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0F761C-97E7-4B2C-A6DB-271C198DEA62}"/>
              </a:ext>
            </a:extLst>
          </p:cNvPr>
          <p:cNvSpPr>
            <a:spLocks noGrp="1"/>
          </p:cNvSpPr>
          <p:nvPr>
            <p:ph type="ftr" sz="quarter" idx="18"/>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C418DBE4-B032-4AE5-9085-D2385C26C94D}"/>
              </a:ext>
            </a:extLst>
          </p:cNvPr>
          <p:cNvSpPr>
            <a:spLocks noGrp="1"/>
          </p:cNvSpPr>
          <p:nvPr>
            <p:ph type="sldNum" sz="quarter" idx="19"/>
          </p:nvPr>
        </p:nvSpPr>
        <p:spPr/>
        <p:txBody>
          <a:bodyPr/>
          <a:lstStyle/>
          <a:p>
            <a:fld id="{A930EF64-91C9-4EBD-82F9-3643AB15A28C}" type="slidenum">
              <a:rPr lang="en-US" noProof="0" smtClean="0"/>
              <a:pPr/>
              <a:t>‹#›</a:t>
            </a:fld>
            <a:endParaRPr lang="en-US" noProof="0"/>
          </a:p>
        </p:txBody>
      </p:sp>
      <p:sp>
        <p:nvSpPr>
          <p:cNvPr id="10" name="Picture Placeholder 3"/>
          <p:cNvSpPr>
            <a:spLocks noGrp="1"/>
          </p:cNvSpPr>
          <p:nvPr>
            <p:ph type="pic" sz="quarter" idx="17" hasCustomPrompt="1"/>
          </p:nvPr>
        </p:nvSpPr>
        <p:spPr bwMode="gray">
          <a:xfrm>
            <a:off x="9151200" y="3981600"/>
            <a:ext cx="2790417" cy="2641991"/>
          </a:xfr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a:t>Click on symbol to add picture</a:t>
            </a:r>
          </a:p>
        </p:txBody>
      </p:sp>
      <p:sp>
        <p:nvSpPr>
          <p:cNvPr id="3" name="Picture Placeholder 2"/>
          <p:cNvSpPr>
            <a:spLocks noGrp="1"/>
          </p:cNvSpPr>
          <p:nvPr>
            <p:ph type="pic" sz="quarter" idx="16" hasCustomPrompt="1"/>
          </p:nvPr>
        </p:nvSpPr>
        <p:spPr bwMode="gray">
          <a:xfrm>
            <a:off x="6098400" y="3981600"/>
            <a:ext cx="2790417" cy="2641991"/>
          </a:xfr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a:t>Click on symbol to add picture</a:t>
            </a:r>
          </a:p>
        </p:txBody>
      </p:sp>
      <p:sp>
        <p:nvSpPr>
          <p:cNvPr id="4" name="Picture Placeholder 1"/>
          <p:cNvSpPr>
            <a:spLocks noGrp="1"/>
          </p:cNvSpPr>
          <p:nvPr>
            <p:ph type="pic" sz="quarter" idx="14" hasCustomPrompt="1"/>
          </p:nvPr>
        </p:nvSpPr>
        <p:spPr bwMode="gray">
          <a:xfrm>
            <a:off x="6098400" y="1090800"/>
            <a:ext cx="5843218" cy="2762938"/>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8" name="Titel 7">
            <a:extLst>
              <a:ext uri="{FF2B5EF4-FFF2-40B4-BE49-F238E27FC236}">
                <a16:creationId xmlns:a16="http://schemas.microsoft.com/office/drawing/2014/main" id="{E740C64F-C288-2547-72A4-144A09E45C8B}"/>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317124313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 3 small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4221ECB-122E-407B-9764-357AD2433556}"/>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3209F383-5AD8-4BEC-863A-2D72A7D3951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6" name="Picture Placeholder 3">
            <a:extLst>
              <a:ext uri="{FF2B5EF4-FFF2-40B4-BE49-F238E27FC236}">
                <a16:creationId xmlns:a16="http://schemas.microsoft.com/office/drawing/2014/main" id="{B7155D95-8CF2-4871-9E93-C5776EC6AEFD}"/>
              </a:ext>
            </a:extLst>
          </p:cNvPr>
          <p:cNvSpPr>
            <a:spLocks noGrp="1"/>
          </p:cNvSpPr>
          <p:nvPr>
            <p:ph type="pic" sz="quarter" idx="22" hasCustomPrompt="1"/>
          </p:nvPr>
        </p:nvSpPr>
        <p:spPr bwMode="gray">
          <a:xfrm>
            <a:off x="8136000" y="4943904"/>
            <a:ext cx="3805615" cy="1799467"/>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a:t>Click on symbol to add picture</a:t>
            </a:r>
          </a:p>
          <a:p>
            <a:pPr marL="0" lvl="0" indent="0">
              <a:buNone/>
            </a:pPr>
            <a:endParaRPr lang="en-US" noProof="0"/>
          </a:p>
        </p:txBody>
      </p:sp>
      <p:sp>
        <p:nvSpPr>
          <p:cNvPr id="15" name="Picture Placeholder 2">
            <a:extLst>
              <a:ext uri="{FF2B5EF4-FFF2-40B4-BE49-F238E27FC236}">
                <a16:creationId xmlns:a16="http://schemas.microsoft.com/office/drawing/2014/main" id="{6FFFBCA8-1957-4710-B7E3-26115B999CE2}"/>
              </a:ext>
            </a:extLst>
          </p:cNvPr>
          <p:cNvSpPr>
            <a:spLocks noGrp="1"/>
          </p:cNvSpPr>
          <p:nvPr>
            <p:ph type="pic" sz="quarter" idx="18" hasCustomPrompt="1"/>
          </p:nvPr>
        </p:nvSpPr>
        <p:spPr bwMode="gray">
          <a:xfrm>
            <a:off x="8136000" y="3020400"/>
            <a:ext cx="3805615" cy="1799467"/>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a:t>Click on symbol to add picture</a:t>
            </a:r>
          </a:p>
          <a:p>
            <a:pPr marL="0" lvl="0" indent="0">
              <a:buNone/>
            </a:pPr>
            <a:endParaRPr lang="en-US" noProof="0"/>
          </a:p>
        </p:txBody>
      </p:sp>
      <p:sp>
        <p:nvSpPr>
          <p:cNvPr id="12" name="Picture Placeholder 1">
            <a:extLst>
              <a:ext uri="{FF2B5EF4-FFF2-40B4-BE49-F238E27FC236}">
                <a16:creationId xmlns:a16="http://schemas.microsoft.com/office/drawing/2014/main" id="{E6E47F99-2029-4182-9703-E617B8F0F221}"/>
              </a:ext>
            </a:extLst>
          </p:cNvPr>
          <p:cNvSpPr>
            <a:spLocks noGrp="1"/>
          </p:cNvSpPr>
          <p:nvPr>
            <p:ph type="pic" sz="quarter" idx="12" hasCustomPrompt="1"/>
          </p:nvPr>
        </p:nvSpPr>
        <p:spPr bwMode="gray">
          <a:xfrm>
            <a:off x="8136000" y="1090800"/>
            <a:ext cx="3805615" cy="1799467"/>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a:t>Click on symbol to add picture</a:t>
            </a:r>
          </a:p>
          <a:p>
            <a:pPr marL="0" lvl="0" indent="0">
              <a:buNone/>
            </a:pPr>
            <a:endParaRPr lang="en-US" noProof="0"/>
          </a:p>
        </p:txBody>
      </p:sp>
      <p:sp>
        <p:nvSpPr>
          <p:cNvPr id="6" name="Text Placeholder"/>
          <p:cNvSpPr>
            <a:spLocks noGrp="1"/>
          </p:cNvSpPr>
          <p:nvPr>
            <p:ph type="body" sz="quarter" idx="15" hasCustomPrompt="1"/>
          </p:nvPr>
        </p:nvSpPr>
        <p:spPr bwMode="gray">
          <a:xfrm>
            <a:off x="1" y="1090800"/>
            <a:ext cx="81360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4" name="Titel 3">
            <a:extLst>
              <a:ext uri="{FF2B5EF4-FFF2-40B4-BE49-F238E27FC236}">
                <a16:creationId xmlns:a16="http://schemas.microsoft.com/office/drawing/2014/main" id="{9164C062-8732-2F80-21D7-616DB0279090}"/>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18756500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ull-screen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E53EAF44-3DBF-4702-A59C-62B56C67E84C}"/>
              </a:ext>
            </a:extLst>
          </p:cNvPr>
          <p:cNvSpPr>
            <a:spLocks noGrp="1"/>
          </p:cNvSpPr>
          <p:nvPr>
            <p:ph type="ftr" sz="quarter" idx="15"/>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71EA1DDB-97CD-49FA-ADFD-D8BE9D94A264}"/>
              </a:ext>
            </a:extLst>
          </p:cNvPr>
          <p:cNvSpPr>
            <a:spLocks noGrp="1"/>
          </p:cNvSpPr>
          <p:nvPr>
            <p:ph type="sldNum" sz="quarter" idx="16"/>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0"/>
            <a:ext cx="122004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a:t>Click on symbol to add picture</a:t>
            </a:r>
          </a:p>
        </p:txBody>
      </p:sp>
      <p:sp>
        <p:nvSpPr>
          <p:cNvPr id="4" name="Titel 3">
            <a:extLst>
              <a:ext uri="{FF2B5EF4-FFF2-40B4-BE49-F238E27FC236}">
                <a16:creationId xmlns:a16="http://schemas.microsoft.com/office/drawing/2014/main" id="{A37888BF-463F-9532-69DA-CA1CF55A34C9}"/>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13125302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ull-screen picture with text overlay">
    <p:spTree>
      <p:nvGrpSpPr>
        <p:cNvPr id="1" name=""/>
        <p:cNvGrpSpPr/>
        <p:nvPr/>
      </p:nvGrpSpPr>
      <p:grpSpPr>
        <a:xfrm>
          <a:off x="0" y="0"/>
          <a:ext cx="0" cy="0"/>
          <a:chOff x="0" y="0"/>
          <a:chExt cx="0" cy="0"/>
        </a:xfrm>
      </p:grpSpPr>
      <p:sp>
        <p:nvSpPr>
          <p:cNvPr id="10" name="Picture Placeholder"/>
          <p:cNvSpPr>
            <a:spLocks noGrp="1"/>
          </p:cNvSpPr>
          <p:nvPr>
            <p:ph type="pic" sz="quarter" idx="14" hasCustomPrompt="1"/>
          </p:nvPr>
        </p:nvSpPr>
        <p:spPr bwMode="gray">
          <a:xfrm>
            <a:off x="0" y="0"/>
            <a:ext cx="122004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a:t>Click on symbol to add picture</a:t>
            </a:r>
          </a:p>
        </p:txBody>
      </p:sp>
      <p:sp>
        <p:nvSpPr>
          <p:cNvPr id="4" name="Rechteck 3">
            <a:extLst>
              <a:ext uri="{FF2B5EF4-FFF2-40B4-BE49-F238E27FC236}">
                <a16:creationId xmlns:a16="http://schemas.microsoft.com/office/drawing/2014/main" id="{5381B02A-FF0F-C0DF-6D72-9B9AEEC2B56B}"/>
              </a:ext>
            </a:extLst>
          </p:cNvPr>
          <p:cNvSpPr/>
          <p:nvPr userDrawn="1"/>
        </p:nvSpPr>
        <p:spPr>
          <a:xfrm>
            <a:off x="-1" y="0"/>
            <a:ext cx="6098401" cy="6861175"/>
          </a:xfrm>
          <a:prstGeom prst="rect">
            <a:avLst/>
          </a:prstGeom>
          <a:gradFill>
            <a:gsLst>
              <a:gs pos="72000">
                <a:srgbClr val="FCFDFD">
                  <a:alpha val="60000"/>
                </a:srgbClr>
              </a:gs>
              <a:gs pos="0">
                <a:schemeClr val="accent1">
                  <a:lumMod val="5000"/>
                  <a:lumOff val="95000"/>
                </a:schemeClr>
              </a:gs>
              <a:gs pos="100000">
                <a:schemeClr val="bg1">
                  <a:alpha val="0"/>
                </a:schemeClr>
              </a:gs>
            </a:gsLst>
            <a:lin ang="0" scaled="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a:solidFill>
                <a:schemeClr val="tx1"/>
              </a:solidFill>
              <a:latin typeface="+mj-lt"/>
              <a:ea typeface="+mn-ea"/>
              <a:cs typeface="Arial" pitchFamily="34" charset="0"/>
            </a:endParaRPr>
          </a:p>
        </p:txBody>
      </p:sp>
      <p:sp>
        <p:nvSpPr>
          <p:cNvPr id="2" name="Footer Placeholder">
            <a:extLst>
              <a:ext uri="{FF2B5EF4-FFF2-40B4-BE49-F238E27FC236}">
                <a16:creationId xmlns:a16="http://schemas.microsoft.com/office/drawing/2014/main" id="{6A3CF061-CE3B-477C-BF53-46C74855204B}"/>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4033E844-A321-496B-BCE0-305FF3755D7E}"/>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6" name="Text Placeholder"/>
          <p:cNvSpPr>
            <a:spLocks noGrp="1"/>
          </p:cNvSpPr>
          <p:nvPr>
            <p:ph type="body" sz="quarter" idx="15" hasCustomPrompt="1"/>
          </p:nvPr>
        </p:nvSpPr>
        <p:spPr bwMode="gray">
          <a:xfrm>
            <a:off x="2" y="1090800"/>
            <a:ext cx="4066116" cy="5767200"/>
          </a:xfrm>
          <a:prstGeom prst="rect">
            <a:avLst/>
          </a:prstGeom>
          <a:noFill/>
        </p:spPr>
        <p:txBody>
          <a:bodyPr lIns="450000" tIns="190800"/>
          <a:lstStyle>
            <a:lvl1pPr>
              <a:defRPr baseline="0"/>
            </a:lvl1pPr>
          </a:lstStyle>
          <a:p>
            <a:pPr lvl="0"/>
            <a:r>
              <a:rPr lang="en-US" noProof="0"/>
              <a:t>Click to edit text</a:t>
            </a:r>
          </a:p>
        </p:txBody>
      </p:sp>
      <p:sp>
        <p:nvSpPr>
          <p:cNvPr id="5" name="Titel 4">
            <a:extLst>
              <a:ext uri="{FF2B5EF4-FFF2-40B4-BE49-F238E27FC236}">
                <a16:creationId xmlns:a16="http://schemas.microsoft.com/office/drawing/2014/main" id="{A1E05A7B-9872-672B-0DDC-5A1EB93EF620}"/>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131705359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pplications">
    <p:spTree>
      <p:nvGrpSpPr>
        <p:cNvPr id="1" name=""/>
        <p:cNvGrpSpPr/>
        <p:nvPr/>
      </p:nvGrpSpPr>
      <p:grpSpPr>
        <a:xfrm>
          <a:off x="0" y="0"/>
          <a:ext cx="0" cy="0"/>
          <a:chOff x="0" y="0"/>
          <a:chExt cx="0" cy="0"/>
        </a:xfrm>
      </p:grpSpPr>
      <p:sp>
        <p:nvSpPr>
          <p:cNvPr id="10" name="Picture Placeholder 1"/>
          <p:cNvSpPr>
            <a:spLocks noGrp="1"/>
          </p:cNvSpPr>
          <p:nvPr>
            <p:ph type="pic" sz="quarter" idx="14" hasCustomPrompt="1"/>
          </p:nvPr>
        </p:nvSpPr>
        <p:spPr bwMode="gray">
          <a:xfrm>
            <a:off x="0" y="0"/>
            <a:ext cx="122004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a:t>Click on symbol to add picture</a:t>
            </a:r>
          </a:p>
        </p:txBody>
      </p:sp>
      <p:sp>
        <p:nvSpPr>
          <p:cNvPr id="4" name="Rechteck 3">
            <a:extLst>
              <a:ext uri="{FF2B5EF4-FFF2-40B4-BE49-F238E27FC236}">
                <a16:creationId xmlns:a16="http://schemas.microsoft.com/office/drawing/2014/main" id="{B8E6BBA1-7B42-38E0-2262-8C81DE1DFA64}"/>
              </a:ext>
            </a:extLst>
          </p:cNvPr>
          <p:cNvSpPr/>
          <p:nvPr userDrawn="1"/>
        </p:nvSpPr>
        <p:spPr>
          <a:xfrm>
            <a:off x="-1" y="0"/>
            <a:ext cx="6098401" cy="6861175"/>
          </a:xfrm>
          <a:prstGeom prst="rect">
            <a:avLst/>
          </a:prstGeom>
          <a:gradFill>
            <a:gsLst>
              <a:gs pos="72000">
                <a:srgbClr val="FCFDFD">
                  <a:alpha val="60000"/>
                </a:srgbClr>
              </a:gs>
              <a:gs pos="0">
                <a:schemeClr val="accent1">
                  <a:lumMod val="5000"/>
                  <a:lumOff val="95000"/>
                </a:schemeClr>
              </a:gs>
              <a:gs pos="100000">
                <a:schemeClr val="bg1">
                  <a:alpha val="0"/>
                </a:schemeClr>
              </a:gs>
            </a:gsLst>
            <a:lin ang="0" scaled="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a:solidFill>
                <a:schemeClr val="tx1"/>
              </a:solidFill>
              <a:latin typeface="+mj-lt"/>
              <a:ea typeface="+mn-ea"/>
              <a:cs typeface="Arial" pitchFamily="34" charset="0"/>
            </a:endParaRPr>
          </a:p>
        </p:txBody>
      </p:sp>
      <p:sp>
        <p:nvSpPr>
          <p:cNvPr id="2" name="Footer Placeholder">
            <a:extLst>
              <a:ext uri="{FF2B5EF4-FFF2-40B4-BE49-F238E27FC236}">
                <a16:creationId xmlns:a16="http://schemas.microsoft.com/office/drawing/2014/main" id="{A0D634CA-AF9C-4B0E-B84B-2BE960996021}"/>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C2FED48F-6577-44F0-BAAE-6D7A8C662C25}"/>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5" name="Picture Placeholder 4"/>
          <p:cNvSpPr>
            <a:spLocks noGrp="1"/>
          </p:cNvSpPr>
          <p:nvPr>
            <p:ph type="pic" sz="quarter" idx="16" hasCustomPrompt="1"/>
          </p:nvPr>
        </p:nvSpPr>
        <p:spPr bwMode="gray">
          <a:xfrm>
            <a:off x="101736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8" name="Picture Placeholder 3"/>
          <p:cNvSpPr>
            <a:spLocks noGrp="1"/>
          </p:cNvSpPr>
          <p:nvPr>
            <p:ph type="pic" sz="quarter" idx="17" hasCustomPrompt="1"/>
          </p:nvPr>
        </p:nvSpPr>
        <p:spPr bwMode="gray">
          <a:xfrm>
            <a:off x="81360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9" name="Picture Placeholder 2"/>
          <p:cNvSpPr>
            <a:spLocks noGrp="1"/>
          </p:cNvSpPr>
          <p:nvPr>
            <p:ph type="pic" sz="quarter" idx="18" hasCustomPrompt="1"/>
          </p:nvPr>
        </p:nvSpPr>
        <p:spPr bwMode="gray">
          <a:xfrm>
            <a:off x="60984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noFill/>
        </p:spPr>
        <p:txBody>
          <a:bodyPr lIns="450000" tIns="190800"/>
          <a:lstStyle>
            <a:lvl1pPr>
              <a:defRPr sz="1800" baseline="0"/>
            </a:lvl1pPr>
            <a:lvl2pPr marL="360362" indent="0">
              <a:buNone/>
              <a:defRPr/>
            </a:lvl2pPr>
          </a:lstStyle>
          <a:p>
            <a:pPr lvl="0"/>
            <a:r>
              <a:rPr lang="en-US" noProof="0"/>
              <a:t>Click to edit text </a:t>
            </a:r>
          </a:p>
        </p:txBody>
      </p:sp>
      <p:sp>
        <p:nvSpPr>
          <p:cNvPr id="11" name="Titel 10">
            <a:extLst>
              <a:ext uri="{FF2B5EF4-FFF2-40B4-BE49-F238E27FC236}">
                <a16:creationId xmlns:a16="http://schemas.microsoft.com/office/drawing/2014/main" id="{B07EA687-E05D-32EE-E35F-7A01C446870E}"/>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17261814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External graphics with sourc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82A5F8D-3649-45B4-8E98-726A38D577FF}"/>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F10BE100-9EF6-469D-B237-64DA3A3E339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0"/>
            <a:ext cx="122016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a:t>Click on symbol to add picture</a:t>
            </a:r>
          </a:p>
        </p:txBody>
      </p:sp>
      <p:sp>
        <p:nvSpPr>
          <p:cNvPr id="11" name="Text Placeholder"/>
          <p:cNvSpPr>
            <a:spLocks noGrp="1"/>
          </p:cNvSpPr>
          <p:nvPr>
            <p:ph type="body" sz="quarter" idx="15" hasCustomPrompt="1"/>
          </p:nvPr>
        </p:nvSpPr>
        <p:spPr bwMode="gray">
          <a:xfrm rot="16200000">
            <a:off x="9316229" y="3609679"/>
            <a:ext cx="5337307" cy="302081"/>
          </a:xfrm>
          <a:prstGeom prst="rect">
            <a:avLst/>
          </a:prstGeom>
        </p:spPr>
        <p:txBody>
          <a:bodyPr wrap="square" lIns="72000" tIns="54000" bIns="108000" anchor="b" anchorCtr="0">
            <a:spAutoFit/>
          </a:bodyPr>
          <a:lstStyle>
            <a:lvl1pPr marL="0" indent="0">
              <a:buNone/>
              <a:defRPr sz="900">
                <a:solidFill>
                  <a:schemeClr val="accent1"/>
                </a:solidFill>
              </a:defRPr>
            </a:lvl1pPr>
            <a:lvl2pPr marL="360362" indent="0">
              <a:buNone/>
              <a:defRPr sz="1100">
                <a:solidFill>
                  <a:schemeClr val="accent2"/>
                </a:solidFill>
              </a:defRPr>
            </a:lvl2pPr>
            <a:lvl3pPr marL="715962" indent="0">
              <a:buNone/>
              <a:defRPr sz="1100">
                <a:solidFill>
                  <a:schemeClr val="accent2"/>
                </a:solidFill>
              </a:defRPr>
            </a:lvl3pPr>
            <a:lvl4pPr marL="1076325" indent="0">
              <a:buNone/>
              <a:defRPr sz="1100">
                <a:solidFill>
                  <a:schemeClr val="accent2"/>
                </a:solidFill>
              </a:defRPr>
            </a:lvl4pPr>
            <a:lvl5pPr marL="1433513" indent="0">
              <a:buNone/>
              <a:defRPr sz="1100">
                <a:solidFill>
                  <a:schemeClr val="accent2"/>
                </a:solidFill>
              </a:defRPr>
            </a:lvl5pPr>
          </a:lstStyle>
          <a:p>
            <a:pPr lvl="0"/>
            <a:r>
              <a:rPr lang="en-US" noProof="0"/>
              <a:t>Click here to edit source</a:t>
            </a:r>
          </a:p>
        </p:txBody>
      </p:sp>
      <p:sp>
        <p:nvSpPr>
          <p:cNvPr id="4" name="Titel 3">
            <a:extLst>
              <a:ext uri="{FF2B5EF4-FFF2-40B4-BE49-F238E27FC236}">
                <a16:creationId xmlns:a16="http://schemas.microsoft.com/office/drawing/2014/main" id="{DC746769-F288-3447-4386-BA4016763557}"/>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18767965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creenshot with description">
    <p:spTree>
      <p:nvGrpSpPr>
        <p:cNvPr id="1" name=""/>
        <p:cNvGrpSpPr/>
        <p:nvPr/>
      </p:nvGrpSpPr>
      <p:grpSpPr>
        <a:xfrm>
          <a:off x="0" y="0"/>
          <a:ext cx="0" cy="0"/>
          <a:chOff x="0" y="0"/>
          <a:chExt cx="0" cy="0"/>
        </a:xfrm>
      </p:grpSpPr>
      <p:sp>
        <p:nvSpPr>
          <p:cNvPr id="13" name="Picture Placeholder"/>
          <p:cNvSpPr>
            <a:spLocks noGrp="1"/>
          </p:cNvSpPr>
          <p:nvPr>
            <p:ph type="pic" sz="quarter" idx="16" hasCustomPrompt="1"/>
          </p:nvPr>
        </p:nvSpPr>
        <p:spPr bwMode="gray">
          <a:xfrm>
            <a:off x="2040467" y="2540212"/>
            <a:ext cx="10151533" cy="4320000"/>
          </a:xfrm>
          <a:prstGeom prst="rect">
            <a:avLst/>
          </a:prstGeom>
          <a:ln w="6350">
            <a:noFill/>
            <a:miter lim="800000"/>
          </a:ln>
        </p:spPr>
        <p:txBody>
          <a:bodyPr/>
          <a:lstStyle>
            <a:lvl1pPr marL="0" indent="0">
              <a:buNone/>
              <a:defRPr/>
            </a:lvl1pPr>
          </a:lstStyle>
          <a:p>
            <a:r>
              <a:rPr lang="en-US" noProof="0"/>
              <a:t>Click on symbol to add picture</a:t>
            </a:r>
          </a:p>
        </p:txBody>
      </p:sp>
      <p:sp>
        <p:nvSpPr>
          <p:cNvPr id="2" name="Footer Placeholder">
            <a:extLst>
              <a:ext uri="{FF2B5EF4-FFF2-40B4-BE49-F238E27FC236}">
                <a16:creationId xmlns:a16="http://schemas.microsoft.com/office/drawing/2014/main" id="{63CA297C-D9EC-49EA-B20C-E781D32F0224}"/>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BFB16F39-1614-43D4-8F87-1F37EB349457}"/>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6" name="Text Placeholder"/>
          <p:cNvSpPr>
            <a:spLocks noGrp="1"/>
          </p:cNvSpPr>
          <p:nvPr>
            <p:ph type="body" sz="quarter" idx="15" hasCustomPrompt="1"/>
          </p:nvPr>
        </p:nvSpPr>
        <p:spPr bwMode="gray">
          <a:xfrm>
            <a:off x="1" y="1090801"/>
            <a:ext cx="10137600" cy="5329475"/>
          </a:xfrm>
          <a:prstGeom prst="rect">
            <a:avLst/>
          </a:prstGeom>
        </p:spPr>
        <p:txBody>
          <a:bodyPr/>
          <a:lstStyle>
            <a:lvl1pPr>
              <a:defRPr/>
            </a:lvl1pPr>
          </a:lstStyle>
          <a:p>
            <a:pPr lvl="0"/>
            <a:r>
              <a:rPr lang="en-US" noProof="0"/>
              <a:t>Click to add text</a:t>
            </a:r>
          </a:p>
          <a:p>
            <a:pPr lvl="1"/>
            <a:r>
              <a:rPr lang="en-US" noProof="0"/>
              <a:t>Second level</a:t>
            </a:r>
          </a:p>
          <a:p>
            <a:pPr lvl="0"/>
            <a:endParaRPr lang="en-US" noProof="0"/>
          </a:p>
        </p:txBody>
      </p:sp>
      <p:sp>
        <p:nvSpPr>
          <p:cNvPr id="4" name="Titel 3">
            <a:extLst>
              <a:ext uri="{FF2B5EF4-FFF2-40B4-BE49-F238E27FC236}">
                <a16:creationId xmlns:a16="http://schemas.microsoft.com/office/drawing/2014/main" id="{117FFDDB-83E8-A21F-0BD0-E1226ACAF341}"/>
              </a:ext>
            </a:extLst>
          </p:cNvPr>
          <p:cNvSpPr>
            <a:spLocks noGrp="1"/>
          </p:cNvSpPr>
          <p:nvPr>
            <p:ph type="title" hasCustomPrompt="1"/>
          </p:nvPr>
        </p:nvSpPr>
        <p:spPr/>
        <p:txBody>
          <a:bodyPr/>
          <a:lstStyle/>
          <a:p>
            <a:r>
              <a:rPr lang="en-AE" noProof="0"/>
              <a:t>Click to add title</a:t>
            </a:r>
          </a:p>
        </p:txBody>
      </p:sp>
    </p:spTree>
    <p:extLst>
      <p:ext uri="{BB962C8B-B14F-4D97-AF65-F5344CB8AC3E}">
        <p14:creationId xmlns:p14="http://schemas.microsoft.com/office/powerpoint/2010/main" val="42704089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AF9FEAD5-3A95-43C7-B7DB-35A714945450}"/>
              </a:ext>
            </a:extLst>
          </p:cNvPr>
          <p:cNvSpPr>
            <a:spLocks noGrp="1"/>
          </p:cNvSpPr>
          <p:nvPr>
            <p:ph type="ftr" sz="quarter" idx="12"/>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2CCCD6F8-28B9-4BC0-A6CF-1354A6BBF0EA}"/>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Picture Placeholder 2"/>
          <p:cNvSpPr>
            <a:spLocks noGrp="1"/>
          </p:cNvSpPr>
          <p:nvPr>
            <p:ph type="pic" sz="quarter" idx="11" hasCustomPrompt="1"/>
          </p:nvPr>
        </p:nvSpPr>
        <p:spPr bwMode="gray">
          <a:xfrm>
            <a:off x="6098400" y="0"/>
            <a:ext cx="6098400" cy="6858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5" name="Picture Placeholder 1"/>
          <p:cNvSpPr>
            <a:spLocks noGrp="1"/>
          </p:cNvSpPr>
          <p:nvPr>
            <p:ph type="pic" sz="quarter" idx="10" hasCustomPrompt="1"/>
          </p:nvPr>
        </p:nvSpPr>
        <p:spPr bwMode="gray">
          <a:xfrm>
            <a:off x="-7200" y="0"/>
            <a:ext cx="6098400" cy="6858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t"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15664609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9209FD55-FA07-444B-A15E-1DF999425FDD}"/>
              </a:ext>
            </a:extLst>
          </p:cNvPr>
          <p:cNvSpPr>
            <a:spLocks noGrp="1"/>
          </p:cNvSpPr>
          <p:nvPr>
            <p:ph type="ftr" sz="quarter" idx="14"/>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A3C92518-CBDC-4A28-AD37-4D9787D4DC5E}"/>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11" name="Picture Placeholder 4"/>
          <p:cNvSpPr>
            <a:spLocks noGrp="1"/>
          </p:cNvSpPr>
          <p:nvPr>
            <p:ph type="pic" sz="quarter" idx="13" hasCustomPrompt="1"/>
          </p:nvPr>
        </p:nvSpPr>
        <p:spPr bwMode="gray">
          <a:xfrm>
            <a:off x="6098400" y="3430800"/>
            <a:ext cx="60984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0" name="Picture Placeholder 3"/>
          <p:cNvSpPr>
            <a:spLocks noGrp="1"/>
          </p:cNvSpPr>
          <p:nvPr>
            <p:ph type="pic" sz="quarter" idx="12" hasCustomPrompt="1"/>
          </p:nvPr>
        </p:nvSpPr>
        <p:spPr bwMode="gray">
          <a:xfrm>
            <a:off x="-7200" y="3430800"/>
            <a:ext cx="60984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9" name="Picture Placeholder 2"/>
          <p:cNvSpPr>
            <a:spLocks noGrp="1"/>
          </p:cNvSpPr>
          <p:nvPr>
            <p:ph type="pic" sz="quarter" idx="11" hasCustomPrompt="1"/>
          </p:nvPr>
        </p:nvSpPr>
        <p:spPr bwMode="gray">
          <a:xfrm>
            <a:off x="6098400" y="0"/>
            <a:ext cx="60984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7" name="Picture Placeholder 1"/>
          <p:cNvSpPr>
            <a:spLocks noGrp="1"/>
          </p:cNvSpPr>
          <p:nvPr>
            <p:ph type="pic" sz="quarter" idx="10" hasCustomPrompt="1"/>
          </p:nvPr>
        </p:nvSpPr>
        <p:spPr bwMode="gray">
          <a:xfrm>
            <a:off x="-7200" y="0"/>
            <a:ext cx="60984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t"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57461414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6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010A4CBC-CA71-4748-BD7B-CA5DBB0A480A}"/>
              </a:ext>
            </a:extLst>
          </p:cNvPr>
          <p:cNvSpPr>
            <a:spLocks noGrp="1"/>
          </p:cNvSpPr>
          <p:nvPr>
            <p:ph type="ftr" sz="quarter" idx="16"/>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B9452A79-03F3-4ADC-BA22-73980563DB6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6"/>
          <p:cNvSpPr>
            <a:spLocks noGrp="1"/>
          </p:cNvSpPr>
          <p:nvPr>
            <p:ph type="pic" sz="quarter" idx="15" hasCustomPrompt="1"/>
          </p:nvPr>
        </p:nvSpPr>
        <p:spPr bwMode="gray">
          <a:xfrm>
            <a:off x="8136000" y="3430800"/>
            <a:ext cx="40656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5" name="Picture Placeholder 5"/>
          <p:cNvSpPr>
            <a:spLocks noGrp="1"/>
          </p:cNvSpPr>
          <p:nvPr>
            <p:ph type="pic" sz="quarter" idx="14" hasCustomPrompt="1"/>
          </p:nvPr>
        </p:nvSpPr>
        <p:spPr bwMode="gray">
          <a:xfrm>
            <a:off x="4063200" y="3430800"/>
            <a:ext cx="40656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4"/>
          <p:cNvSpPr>
            <a:spLocks noGrp="1"/>
          </p:cNvSpPr>
          <p:nvPr>
            <p:ph type="pic" sz="quarter" idx="13" hasCustomPrompt="1"/>
          </p:nvPr>
        </p:nvSpPr>
        <p:spPr bwMode="gray">
          <a:xfrm>
            <a:off x="-7200" y="3430800"/>
            <a:ext cx="40656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1" name="Picture Placeholder 3"/>
          <p:cNvSpPr>
            <a:spLocks noGrp="1"/>
          </p:cNvSpPr>
          <p:nvPr>
            <p:ph type="pic" sz="quarter" idx="12" hasCustomPrompt="1"/>
          </p:nvPr>
        </p:nvSpPr>
        <p:spPr bwMode="gray">
          <a:xfrm>
            <a:off x="8136000" y="0"/>
            <a:ext cx="40656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3200" y="0"/>
            <a:ext cx="40656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2" name="Picture Placeholder 1"/>
          <p:cNvSpPr>
            <a:spLocks noGrp="1"/>
          </p:cNvSpPr>
          <p:nvPr>
            <p:ph type="pic" sz="quarter" idx="10" hasCustomPrompt="1"/>
          </p:nvPr>
        </p:nvSpPr>
        <p:spPr bwMode="gray">
          <a:xfrm>
            <a:off x="-7200" y="0"/>
            <a:ext cx="40656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t"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135361373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9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3B7F431F-6C16-4EAF-9D55-96329CEFBE38}"/>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BE701F0-2D10-4EB7-BFE4-BEEC39397E9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20" name="Picture Placeholder 9"/>
          <p:cNvSpPr>
            <a:spLocks noGrp="1"/>
          </p:cNvSpPr>
          <p:nvPr>
            <p:ph type="pic" sz="quarter" idx="18" hasCustomPrompt="1"/>
          </p:nvPr>
        </p:nvSpPr>
        <p:spPr bwMode="gray">
          <a:xfrm>
            <a:off x="8136000" y="4572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9" name="Picture Placeholder 8"/>
          <p:cNvSpPr>
            <a:spLocks noGrp="1"/>
          </p:cNvSpPr>
          <p:nvPr>
            <p:ph type="pic" sz="quarter" idx="17" hasCustomPrompt="1"/>
          </p:nvPr>
        </p:nvSpPr>
        <p:spPr bwMode="gray">
          <a:xfrm>
            <a:off x="4064400" y="4572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8" name="Picture Placeholder 7"/>
          <p:cNvSpPr>
            <a:spLocks noGrp="1"/>
          </p:cNvSpPr>
          <p:nvPr>
            <p:ph type="pic" sz="quarter" idx="16" hasCustomPrompt="1"/>
          </p:nvPr>
        </p:nvSpPr>
        <p:spPr bwMode="gray">
          <a:xfrm>
            <a:off x="-7200" y="4572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7" name="Picture Placeholder 6"/>
          <p:cNvSpPr>
            <a:spLocks noGrp="1"/>
          </p:cNvSpPr>
          <p:nvPr>
            <p:ph type="pic" sz="quarter" idx="15" hasCustomPrompt="1"/>
          </p:nvPr>
        </p:nvSpPr>
        <p:spPr bwMode="gray">
          <a:xfrm>
            <a:off x="8136000" y="2286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6" name="Picture Placeholder 5"/>
          <p:cNvSpPr>
            <a:spLocks noGrp="1"/>
          </p:cNvSpPr>
          <p:nvPr>
            <p:ph type="pic" sz="quarter" idx="14" hasCustomPrompt="1"/>
          </p:nvPr>
        </p:nvSpPr>
        <p:spPr bwMode="gray">
          <a:xfrm>
            <a:off x="4064400" y="2286000"/>
            <a:ext cx="4065600" cy="22860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5" name="Picture Placeholder 4"/>
          <p:cNvSpPr>
            <a:spLocks noGrp="1"/>
          </p:cNvSpPr>
          <p:nvPr>
            <p:ph type="pic" sz="quarter" idx="13" hasCustomPrompt="1"/>
          </p:nvPr>
        </p:nvSpPr>
        <p:spPr bwMode="gray">
          <a:xfrm>
            <a:off x="-7200" y="2286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3"/>
          <p:cNvSpPr>
            <a:spLocks noGrp="1"/>
          </p:cNvSpPr>
          <p:nvPr>
            <p:ph type="pic" sz="quarter" idx="12" hasCustomPrompt="1"/>
          </p:nvPr>
        </p:nvSpPr>
        <p:spPr bwMode="gray">
          <a:xfrm>
            <a:off x="8136000" y="0"/>
            <a:ext cx="4065600" cy="2286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4400" y="0"/>
            <a:ext cx="4065600" cy="2286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2" name="Picture Placeholder 1"/>
          <p:cNvSpPr>
            <a:spLocks noGrp="1"/>
          </p:cNvSpPr>
          <p:nvPr>
            <p:ph type="pic" sz="quarter" idx="10" hasCustomPrompt="1"/>
          </p:nvPr>
        </p:nvSpPr>
        <p:spPr bwMode="gray">
          <a:xfrm>
            <a:off x="-7200" y="0"/>
            <a:ext cx="4065600" cy="2286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4" name="Titel 3">
            <a:extLst>
              <a:ext uri="{FF2B5EF4-FFF2-40B4-BE49-F238E27FC236}">
                <a16:creationId xmlns:a16="http://schemas.microsoft.com/office/drawing/2014/main" id="{3F61FA7E-5635-DAD6-63A6-B3F4AB3D8F95}"/>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7040205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Black"/>
          <p:cNvSpPr/>
          <p:nvPr userDrawn="1"/>
        </p:nvSpPr>
        <p:spPr bwMode="ltGray">
          <a:xfrm>
            <a:off x="-1" y="0"/>
            <a:ext cx="12192001" cy="6858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a:solidFill>
                <a:schemeClr val="bg1"/>
              </a:solidFill>
              <a:latin typeface="Arial" pitchFamily="34" charset="0"/>
              <a:cs typeface="Arial" pitchFamily="34" charset="0"/>
            </a:endParaRPr>
          </a:p>
        </p:txBody>
      </p:sp>
      <p:sp>
        <p:nvSpPr>
          <p:cNvPr id="4" name="Footer Placeholder">
            <a:extLst>
              <a:ext uri="{FF2B5EF4-FFF2-40B4-BE49-F238E27FC236}">
                <a16:creationId xmlns:a16="http://schemas.microsoft.com/office/drawing/2014/main" id="{22B7274A-E314-4ED9-80AF-92D22D8B8AB2}"/>
              </a:ext>
            </a:extLst>
          </p:cNvPr>
          <p:cNvSpPr>
            <a:spLocks noGrp="1"/>
          </p:cNvSpPr>
          <p:nvPr>
            <p:ph type="ftr" sz="quarter" idx="18"/>
          </p:nvPr>
        </p:nvSpPr>
        <p:spPr/>
        <p:txBody>
          <a:bodyPr/>
          <a:lstStyle/>
          <a:p>
            <a:r>
              <a:rPr lang="en-US"/>
              <a:t>Footer text</a:t>
            </a:r>
          </a:p>
        </p:txBody>
      </p:sp>
      <p:sp>
        <p:nvSpPr>
          <p:cNvPr id="5" name="Slide Number Placeholder">
            <a:extLst>
              <a:ext uri="{FF2B5EF4-FFF2-40B4-BE49-F238E27FC236}">
                <a16:creationId xmlns:a16="http://schemas.microsoft.com/office/drawing/2014/main" id="{BC03AE38-4298-4D83-888D-DAB5D4938648}"/>
              </a:ext>
            </a:extLst>
          </p:cNvPr>
          <p:cNvSpPr>
            <a:spLocks noGrp="1"/>
          </p:cNvSpPr>
          <p:nvPr>
            <p:ph type="sldNum" sz="quarter" idx="19"/>
          </p:nvPr>
        </p:nvSpPr>
        <p:spPr/>
        <p:txBody>
          <a:bodyPr/>
          <a:lstStyle/>
          <a:p>
            <a:fld id="{A930EF64-91C9-4EBD-82F9-3643AB15A28C}" type="slidenum">
              <a:rPr lang="en-US" smtClean="0"/>
              <a:pPr/>
              <a:t>‹#›</a:t>
            </a:fld>
            <a:endParaRPr lang="en-US"/>
          </a:p>
        </p:txBody>
      </p:sp>
      <p:sp>
        <p:nvSpPr>
          <p:cNvPr id="3" name="Media Placeholder"/>
          <p:cNvSpPr>
            <a:spLocks noGrp="1"/>
          </p:cNvSpPr>
          <p:nvPr>
            <p:ph type="media" sz="quarter" idx="17" hasCustomPrompt="1"/>
          </p:nvPr>
        </p:nvSpPr>
        <p:spPr bwMode="white">
          <a:xfrm>
            <a:off x="-1" y="0"/>
            <a:ext cx="12193200" cy="6856226"/>
          </a:xfrm>
          <a:prstGeom prst="rect">
            <a:avLst/>
          </a:prstGeom>
        </p:spPr>
        <p:txBody>
          <a:bodyPr/>
          <a:lstStyle>
            <a:lvl1pPr marL="0" indent="0">
              <a:buNone/>
              <a:defRPr>
                <a:solidFill>
                  <a:schemeClr val="bg1"/>
                </a:solidFill>
              </a:defRPr>
            </a:lvl1pPr>
          </a:lstStyle>
          <a:p>
            <a:r>
              <a:rPr lang="en-US" noProof="0"/>
              <a:t>Click on symbol to add v</a:t>
            </a:r>
            <a:r>
              <a:rPr lang="en-US" err="1"/>
              <a:t>ideo</a:t>
            </a:r>
            <a:r>
              <a:rPr lang="en-US"/>
              <a:t> in 16:9 </a:t>
            </a:r>
            <a:r>
              <a:rPr lang="en-US" err="1"/>
              <a:t>format</a:t>
            </a:r>
            <a:endParaRPr lang="en-US"/>
          </a:p>
        </p:txBody>
      </p:sp>
    </p:spTree>
    <p:extLst>
      <p:ext uri="{BB962C8B-B14F-4D97-AF65-F5344CB8AC3E}">
        <p14:creationId xmlns:p14="http://schemas.microsoft.com/office/powerpoint/2010/main" val="21555876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Graphics">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6D1787AB-6D34-4497-8839-CEB0A1A22779}"/>
              </a:ext>
            </a:extLst>
          </p:cNvPr>
          <p:cNvSpPr>
            <a:spLocks noGrp="1"/>
          </p:cNvSpPr>
          <p:nvPr>
            <p:ph type="ftr" sz="quarter" idx="14"/>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A3BAD292-9C8A-4178-A096-3F282FE0B149}"/>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9" name="Chart Placeholder"/>
          <p:cNvSpPr>
            <a:spLocks noGrp="1"/>
          </p:cNvSpPr>
          <p:nvPr>
            <p:ph type="chart" sz="quarter" idx="13" hasCustomPrompt="1"/>
          </p:nvPr>
        </p:nvSpPr>
        <p:spPr bwMode="gray">
          <a:xfrm>
            <a:off x="335361" y="1484313"/>
            <a:ext cx="11521279" cy="4969529"/>
          </a:xfrm>
          <a:prstGeom prst="rect">
            <a:avLst/>
          </a:prstGeom>
          <a:ln>
            <a:noFill/>
            <a:miter lim="800000"/>
          </a:ln>
        </p:spPr>
        <p:txBody>
          <a:bodyPr lIns="90000" tIns="0"/>
          <a:lstStyle>
            <a:lvl1pPr marL="0" indent="0">
              <a:buFont typeface="Wingdings" panose="05000000000000000000" pitchFamily="2" charset="2"/>
              <a:buNone/>
              <a:defRPr/>
            </a:lvl1pPr>
          </a:lstStyle>
          <a:p>
            <a:r>
              <a:rPr lang="en-US" noProof="0"/>
              <a:t>Click on symbol to add diagram/chart</a:t>
            </a:r>
          </a:p>
        </p:txBody>
      </p:sp>
      <p:sp>
        <p:nvSpPr>
          <p:cNvPr id="2" name="Title">
            <a:extLst>
              <a:ext uri="{FF2B5EF4-FFF2-40B4-BE49-F238E27FC236}">
                <a16:creationId xmlns:a16="http://schemas.microsoft.com/office/drawing/2014/main" id="{4875A038-76B6-4E5E-9461-7B75B0E9323F}"/>
              </a:ext>
            </a:extLst>
          </p:cNvPr>
          <p:cNvSpPr>
            <a:spLocks noGrp="1"/>
          </p:cNvSpPr>
          <p:nvPr>
            <p:ph type="title" hasCustomPrompt="1"/>
          </p:nvPr>
        </p:nvSpPr>
        <p:spPr/>
        <p:txBody>
          <a:bodyPr/>
          <a:lstStyle>
            <a:lvl1pPr>
              <a:defRPr/>
            </a:lvl1pPr>
          </a:lstStyle>
          <a:p>
            <a:r>
              <a:rPr lang="en-US" noProof="0"/>
              <a:t>Click to add title</a:t>
            </a:r>
          </a:p>
        </p:txBody>
      </p:sp>
    </p:spTree>
    <p:extLst>
      <p:ext uri="{BB962C8B-B14F-4D97-AF65-F5344CB8AC3E}">
        <p14:creationId xmlns:p14="http://schemas.microsoft.com/office/powerpoint/2010/main" val="172845117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40FB082D-0528-4AB0-982F-BB0D654F93F6}"/>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263F52BA-04FF-44FB-AFBA-C472EAF2E03C}"/>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5" name="Table Placeholder">
            <a:extLst>
              <a:ext uri="{FF2B5EF4-FFF2-40B4-BE49-F238E27FC236}">
                <a16:creationId xmlns:a16="http://schemas.microsoft.com/office/drawing/2014/main" id="{67524011-23C3-4303-A154-1A435121F38C}"/>
              </a:ext>
            </a:extLst>
          </p:cNvPr>
          <p:cNvSpPr>
            <a:spLocks noGrp="1"/>
          </p:cNvSpPr>
          <p:nvPr>
            <p:ph type="tbl" sz="quarter" idx="16" hasCustomPrompt="1"/>
          </p:nvPr>
        </p:nvSpPr>
        <p:spPr>
          <a:xfrm>
            <a:off x="0" y="1108800"/>
            <a:ext cx="12200400" cy="5752800"/>
          </a:xfrm>
        </p:spPr>
        <p:txBody>
          <a:bodyPr/>
          <a:lstStyle>
            <a:lvl1pPr marL="0" indent="0">
              <a:buNone/>
              <a:defRPr/>
            </a:lvl1pPr>
          </a:lstStyle>
          <a:p>
            <a:r>
              <a:rPr lang="en-US" noProof="0"/>
              <a:t>Click on symbol to add table</a:t>
            </a:r>
          </a:p>
        </p:txBody>
      </p:sp>
      <p:sp>
        <p:nvSpPr>
          <p:cNvPr id="2" name="Titel 1">
            <a:extLst>
              <a:ext uri="{FF2B5EF4-FFF2-40B4-BE49-F238E27FC236}">
                <a16:creationId xmlns:a16="http://schemas.microsoft.com/office/drawing/2014/main" id="{E20B4D83-E007-4FFB-7AB3-3C64823A34FE}"/>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274009544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2" name="Titel 1">
            <a:extLst>
              <a:ext uri="{FF2B5EF4-FFF2-40B4-BE49-F238E27FC236}">
                <a16:creationId xmlns:a16="http://schemas.microsoft.com/office/drawing/2014/main" id="{67FBA53B-A944-06F0-FE80-F3E811D3C8DD}"/>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21506508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Empty silver-blue">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3BC4754F-FBBF-564A-F9F1-0EB0D45DFDA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itle"/>
          <p:cNvSpPr>
            <a:spLocks noGrp="1"/>
          </p:cNvSpPr>
          <p:nvPr>
            <p:ph type="title" hasCustomPrompt="1"/>
          </p:nvPr>
        </p:nvSpPr>
        <p:spPr>
          <a:xfrm>
            <a:off x="-1" y="112233"/>
            <a:ext cx="10137600" cy="629367"/>
          </a:xfrm>
          <a:prstGeom prst="rect">
            <a:avLst/>
          </a:prstGeom>
        </p:spPr>
        <p:txBody>
          <a:bodyPr vert="horz" wrap="square" lIns="450000" tIns="144000" rIns="90000" bIns="144000" rtlCol="0" anchor="t" anchorCtr="0">
            <a:spAutoFit/>
          </a:bodyPr>
          <a:lstStyle>
            <a:lvl1pPr>
              <a:defRPr lang="en-US" noProof="0" dirty="0">
                <a:solidFill>
                  <a:schemeClr val="tx1"/>
                </a:solidFill>
              </a:defRPr>
            </a:lvl1pPr>
          </a:lstStyle>
          <a:p>
            <a:pPr marL="0" lvl="0"/>
            <a:r>
              <a:rPr lang="en-US" noProof="0"/>
              <a:t>Click to add title </a:t>
            </a:r>
          </a:p>
        </p:txBody>
      </p:sp>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Tree>
    <p:extLst>
      <p:ext uri="{BB962C8B-B14F-4D97-AF65-F5344CB8AC3E}">
        <p14:creationId xmlns:p14="http://schemas.microsoft.com/office/powerpoint/2010/main" val="158438281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act – EN">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0FABAA2E-4E9A-4460-887B-63388ECCD83C}"/>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272A250-950F-4B10-8016-B1DD44A8958C}"/>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Legal Notes"/>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a:t>© Beckhoff Automation GmbH &amp; Co. KG</a:t>
            </a:r>
          </a:p>
          <a:p>
            <a:pPr lvl="0"/>
            <a:endParaRPr lang="en-US" altLang="en-US" noProof="0"/>
          </a:p>
          <a:p>
            <a:pPr lvl="0"/>
            <a:r>
              <a:rPr lang="en-US" altLang="en-US" noProof="0"/>
              <a:t>All images are protected by copyright. The use and transfer to third parties is not permitted.</a:t>
            </a:r>
          </a:p>
          <a:p>
            <a:pPr lvl="0"/>
            <a:endParaRPr lang="en-US" altLang="en-US" noProof="0"/>
          </a:p>
          <a:p>
            <a:pPr lvl="0"/>
            <a:r>
              <a:rPr lang="en-US" altLang="en-US" noProof="0"/>
              <a:t>Beckhoff</a:t>
            </a:r>
            <a:r>
              <a:rPr lang="en-US" altLang="en-US" baseline="30000" noProof="0"/>
              <a:t>®</a:t>
            </a:r>
            <a:r>
              <a:rPr lang="en-US" altLang="en-US" noProof="0"/>
              <a:t>, </a:t>
            </a:r>
            <a:r>
              <a:rPr lang="en-US" altLang="en-US" noProof="0" err="1"/>
              <a:t>TwinCAT</a:t>
            </a:r>
            <a:r>
              <a:rPr lang="en-US" altLang="en-US" baseline="30000" noProof="0"/>
              <a:t>®</a:t>
            </a:r>
            <a:r>
              <a:rPr lang="en-US" altLang="en-US" noProof="0"/>
              <a:t>, </a:t>
            </a:r>
            <a:r>
              <a:rPr lang="en-US" altLang="en-US" noProof="0" err="1"/>
              <a:t>TwinCAT</a:t>
            </a:r>
            <a:r>
              <a:rPr lang="en-US" altLang="en-US" noProof="0"/>
              <a:t>/BSD</a:t>
            </a:r>
            <a:r>
              <a:rPr lang="en-US" altLang="en-US" baseline="30000" noProof="0"/>
              <a:t>®</a:t>
            </a:r>
            <a:r>
              <a:rPr lang="en-US" altLang="en-US" noProof="0"/>
              <a:t>, TC/BSD</a:t>
            </a:r>
            <a:r>
              <a:rPr lang="en-US" altLang="en-US" baseline="30000" noProof="0"/>
              <a:t>®</a:t>
            </a:r>
            <a:r>
              <a:rPr lang="en-US" altLang="en-US" noProof="0"/>
              <a:t>, </a:t>
            </a:r>
            <a:r>
              <a:rPr lang="en-US" altLang="en-US" noProof="0" err="1"/>
              <a:t>EtherCAT</a:t>
            </a:r>
            <a:r>
              <a:rPr lang="en-US" altLang="en-US" baseline="30000" noProof="0"/>
              <a:t>®</a:t>
            </a:r>
            <a:r>
              <a:rPr lang="en-US" altLang="en-US" noProof="0"/>
              <a:t>, </a:t>
            </a:r>
            <a:r>
              <a:rPr lang="en-US" altLang="en-US" noProof="0" err="1"/>
              <a:t>EtherCAT</a:t>
            </a:r>
            <a:r>
              <a:rPr lang="en-US" altLang="en-US" noProof="0"/>
              <a:t> G</a:t>
            </a:r>
            <a:r>
              <a:rPr lang="en-US" altLang="en-US" baseline="30000" noProof="0"/>
              <a:t>®</a:t>
            </a:r>
            <a:r>
              <a:rPr lang="en-US" altLang="en-US" noProof="0"/>
              <a:t>, </a:t>
            </a:r>
            <a:r>
              <a:rPr lang="en-US" altLang="en-US" noProof="0" err="1"/>
              <a:t>EtherCAT</a:t>
            </a:r>
            <a:r>
              <a:rPr lang="en-US" altLang="en-US" noProof="0"/>
              <a:t> G10</a:t>
            </a:r>
            <a:r>
              <a:rPr lang="en-US" altLang="en-US" baseline="30000" noProof="0"/>
              <a:t>®</a:t>
            </a:r>
            <a:r>
              <a:rPr lang="en-US" altLang="en-US" noProof="0"/>
              <a:t>, </a:t>
            </a:r>
            <a:r>
              <a:rPr lang="en-US" altLang="en-US" noProof="0" err="1"/>
              <a:t>EtherCAT</a:t>
            </a:r>
            <a:r>
              <a:rPr lang="en-US" altLang="en-US" noProof="0"/>
              <a:t> P</a:t>
            </a:r>
            <a:r>
              <a:rPr lang="en-US" altLang="en-US" baseline="30000" noProof="0"/>
              <a:t>®</a:t>
            </a:r>
            <a:r>
              <a:rPr lang="en-US" altLang="en-US" noProof="0"/>
              <a:t>, Safety over </a:t>
            </a:r>
            <a:r>
              <a:rPr lang="en-US" altLang="en-US" noProof="0" err="1"/>
              <a:t>EtherCAT</a:t>
            </a:r>
            <a:r>
              <a:rPr lang="en-US" altLang="en-US" baseline="30000" noProof="0"/>
              <a:t>®</a:t>
            </a:r>
            <a:r>
              <a:rPr lang="en-US" altLang="en-US" noProof="0"/>
              <a:t>, </a:t>
            </a:r>
            <a:r>
              <a:rPr lang="en-US" altLang="en-US" noProof="0" err="1"/>
              <a:t>TwinSAFE</a:t>
            </a:r>
            <a:r>
              <a:rPr lang="en-US" altLang="en-US" baseline="30000" noProof="0"/>
              <a:t>®</a:t>
            </a:r>
            <a:r>
              <a:rPr lang="en-US" altLang="en-US" noProof="0"/>
              <a:t>, XFC</a:t>
            </a:r>
            <a:r>
              <a:rPr lang="en-US" altLang="en-US" baseline="30000" noProof="0"/>
              <a:t>®</a:t>
            </a:r>
            <a:r>
              <a:rPr lang="en-US" altLang="en-US" noProof="0"/>
              <a:t>, XTS</a:t>
            </a:r>
            <a:r>
              <a:rPr lang="en-US" altLang="en-US" baseline="30000" noProof="0"/>
              <a:t>®</a:t>
            </a:r>
            <a:r>
              <a:rPr lang="en-US" altLang="en-US" noProof="0"/>
              <a:t> and </a:t>
            </a:r>
            <a:r>
              <a:rPr lang="en-US" altLang="en-US" noProof="0" err="1"/>
              <a:t>XPlanar</a:t>
            </a:r>
            <a:r>
              <a:rPr lang="en-US" altLang="en-US" baseline="30000" noProof="0"/>
              <a:t>®</a:t>
            </a:r>
            <a:r>
              <a:rPr lang="en-US" altLang="en-US" noProof="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a:p>
          <a:p>
            <a:pPr lvl="0"/>
            <a:r>
              <a:rPr lang="en-US" altLang="en-US" noProof="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2" name="Date Placeholder"/>
          <p:cNvSpPr>
            <a:spLocks noGrp="1"/>
          </p:cNvSpPr>
          <p:nvPr>
            <p:ph type="body" sz="quarter" idx="11" hasCustomPrompt="1"/>
          </p:nvPr>
        </p:nvSpPr>
        <p:spPr>
          <a:xfrm>
            <a:off x="3255495"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buFont typeface="Wingdings" panose="05000000000000000000" pitchFamily="2" charset="2"/>
              <a:buNone/>
            </a:pPr>
            <a:r>
              <a:rPr lang="en-US" altLang="en-US" sz="1600" noProof="0"/>
              <a:t>Phone:	+49 5246 963-0  </a:t>
            </a:r>
          </a:p>
          <a:p>
            <a:pPr>
              <a:buFont typeface="Wingdings" panose="05000000000000000000" pitchFamily="2" charset="2"/>
              <a:buNone/>
            </a:pPr>
            <a:r>
              <a:rPr lang="en-US" altLang="en-US" sz="1600" noProof="0"/>
              <a:t>E-mail:	info@beckhoff.com </a:t>
            </a:r>
          </a:p>
          <a:p>
            <a:pPr>
              <a:buFont typeface="Wingdings" panose="05000000000000000000" pitchFamily="2" charset="2"/>
              <a:buNone/>
            </a:pPr>
            <a:r>
              <a:rPr lang="en-US" altLang="en-US" sz="1600" noProof="0"/>
              <a:t>Web:	www.beckhoff.com </a:t>
            </a:r>
            <a:r>
              <a:rPr lang="en-US" altLang="en-US" sz="1600" b="1" noProof="0"/>
              <a:t> </a:t>
            </a:r>
          </a:p>
        </p:txBody>
      </p:sp>
      <p:sp>
        <p:nvSpPr>
          <p:cNvPr id="9" name="Address"/>
          <p:cNvSpPr txBox="1"/>
          <p:nvPr userDrawn="1"/>
        </p:nvSpPr>
        <p:spPr>
          <a:xfrm>
            <a:off x="4" y="1090800"/>
            <a:ext cx="6095998"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altLang="en-US" sz="1600" noProof="0"/>
              <a:t>Beckhoff Automation GmbH &amp; Co. KG </a:t>
            </a:r>
            <a:br>
              <a:rPr lang="en-US" altLang="en-US" sz="1600" noProof="0"/>
            </a:br>
            <a:r>
              <a:rPr lang="en-US" altLang="en-US" sz="1600" b="0" noProof="0"/>
              <a:t>Headquarters </a:t>
            </a:r>
            <a:br>
              <a:rPr lang="en-US" altLang="en-US" sz="1600" b="0" noProof="0"/>
            </a:br>
            <a:r>
              <a:rPr lang="en-US" altLang="en-US" sz="1600" b="0" noProof="0"/>
              <a:t>Huelshorstweg 20 </a:t>
            </a:r>
            <a:br>
              <a:rPr lang="en-US" altLang="en-US" sz="1600" b="0" noProof="0"/>
            </a:br>
            <a:r>
              <a:rPr lang="en-US" altLang="en-US" sz="1600" b="0" noProof="0"/>
              <a:t>33415 Verl </a:t>
            </a:r>
            <a:br>
              <a:rPr lang="en-US" altLang="en-US" sz="1600" b="0" noProof="0"/>
            </a:br>
            <a:r>
              <a:rPr lang="en-US" altLang="en-US" sz="1600" b="0" noProof="0"/>
              <a:t>Germany </a:t>
            </a:r>
          </a:p>
        </p:txBody>
      </p:sp>
      <p:sp>
        <p:nvSpPr>
          <p:cNvPr id="11" name="Title"/>
          <p:cNvSpPr txBox="1"/>
          <p:nvPr userDrawn="1"/>
        </p:nvSpPr>
        <p:spPr bwMode="white">
          <a:xfrm>
            <a:off x="-1" y="111600"/>
            <a:ext cx="10137600" cy="629367"/>
          </a:xfrm>
          <a:prstGeom prst="rect">
            <a:avLst/>
          </a:prstGeom>
        </p:spPr>
        <p:txBody>
          <a:bodyPr vert="horz" wrap="square" lIns="450000" tIns="144000" rIns="90000" bIns="144000" rtlCol="0" anchor="t" anchorCtr="0">
            <a:spAutoFit/>
          </a:bodyPr>
          <a:lstStyle>
            <a:defPPr>
              <a:defRPr lang="en-US"/>
            </a:defPPr>
            <a:lvl1pPr lvl="0">
              <a:spcBef>
                <a:spcPct val="0"/>
              </a:spcBef>
              <a:buNone/>
              <a:defRPr sz="2200" b="1" baseline="0">
                <a:solidFill>
                  <a:schemeClr val="bg1"/>
                </a:solidFill>
                <a:latin typeface="Arial" pitchFamily="34" charset="0"/>
                <a:ea typeface="+mj-ea"/>
                <a:cs typeface="Arial" pitchFamily="34" charset="0"/>
              </a:defRPr>
            </a:lvl1pPr>
          </a:lstStyle>
          <a:p>
            <a:pPr lvl="0"/>
            <a:r>
              <a:rPr lang="en-US" noProof="0">
                <a:solidFill>
                  <a:schemeClr val="tx1"/>
                </a:solidFill>
              </a:rPr>
              <a:t>Contact</a:t>
            </a:r>
          </a:p>
        </p:txBody>
      </p:sp>
    </p:spTree>
    <p:extLst>
      <p:ext uri="{BB962C8B-B14F-4D97-AF65-F5344CB8AC3E}">
        <p14:creationId xmlns:p14="http://schemas.microsoft.com/office/powerpoint/2010/main" val="20464259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act – D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Legal Notes"/>
          <p:cNvSpPr txBox="1">
            <a:spLocks noChangeArrowheads="1"/>
          </p:cNvSpPr>
          <p:nvPr userDrawn="1"/>
        </p:nvSpPr>
        <p:spPr bwMode="auto">
          <a:xfrm>
            <a:off x="0" y="4001989"/>
            <a:ext cx="101536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lvl1pPr marL="3175" indent="-3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de-DE" sz="1200" noProof="0">
                <a:latin typeface="+mj-lt"/>
              </a:rPr>
              <a:t>© Beckhoff Automation GmbH &amp; Co. KG</a:t>
            </a:r>
          </a:p>
          <a:p>
            <a:endParaRPr lang="de-DE" altLang="de-DE" sz="1200" noProof="0">
              <a:latin typeface="+mj-lt"/>
            </a:endParaRPr>
          </a:p>
          <a:p>
            <a:pPr>
              <a:buFont typeface="Wingdings" panose="05000000000000000000" pitchFamily="2" charset="2"/>
              <a:buNone/>
            </a:pPr>
            <a:r>
              <a:rPr lang="de-DE" altLang="de-DE" sz="1200" noProof="0">
                <a:latin typeface="+mj-lt"/>
              </a:rPr>
              <a:t>Alle Bilder sind urheberrechtlich geschützt. Die Weitergabe und Nutzung durch Dritte ist nicht gestattet.</a:t>
            </a:r>
          </a:p>
          <a:p>
            <a:pPr>
              <a:buFont typeface="Wingdings" panose="05000000000000000000" pitchFamily="2" charset="2"/>
              <a:buNone/>
            </a:pPr>
            <a:endParaRPr lang="de-DE" altLang="de-DE" sz="1200" noProof="0">
              <a:latin typeface="+mj-lt"/>
            </a:endParaRPr>
          </a:p>
          <a:p>
            <a:pPr>
              <a:buFont typeface="Wingdings" panose="05000000000000000000" pitchFamily="2" charset="2"/>
              <a:buNone/>
            </a:pPr>
            <a:r>
              <a:rPr lang="de-DE" sz="1200" b="0" i="0">
                <a:solidFill>
                  <a:srgbClr val="111111"/>
                </a:solidFill>
                <a:effectLst/>
                <a:latin typeface="+mj-lt"/>
              </a:rPr>
              <a:t>Beckhoff</a:t>
            </a:r>
            <a:r>
              <a:rPr lang="de-DE" sz="1200" b="0" i="0" baseline="30000">
                <a:solidFill>
                  <a:srgbClr val="111111"/>
                </a:solidFill>
                <a:effectLst/>
                <a:latin typeface="+mj-lt"/>
              </a:rPr>
              <a:t>®</a:t>
            </a:r>
            <a:r>
              <a:rPr lang="de-DE" sz="1200" b="0" i="0">
                <a:solidFill>
                  <a:srgbClr val="111111"/>
                </a:solidFill>
                <a:effectLst/>
                <a:latin typeface="+mj-lt"/>
              </a:rPr>
              <a:t>, TwinCAT</a:t>
            </a:r>
            <a:r>
              <a:rPr lang="de-DE" sz="1200" b="0" i="0" baseline="30000">
                <a:solidFill>
                  <a:srgbClr val="111111"/>
                </a:solidFill>
                <a:effectLst/>
                <a:latin typeface="+mj-lt"/>
              </a:rPr>
              <a:t>®</a:t>
            </a:r>
            <a:r>
              <a:rPr lang="de-DE" sz="1200" b="0" i="0">
                <a:solidFill>
                  <a:srgbClr val="111111"/>
                </a:solidFill>
                <a:effectLst/>
                <a:latin typeface="+mj-lt"/>
              </a:rPr>
              <a:t>, TwinCAT/BSD</a:t>
            </a:r>
            <a:r>
              <a:rPr lang="de-DE" sz="1200" b="0" i="0" baseline="30000">
                <a:solidFill>
                  <a:srgbClr val="111111"/>
                </a:solidFill>
                <a:effectLst/>
                <a:latin typeface="+mj-lt"/>
              </a:rPr>
              <a:t>®</a:t>
            </a:r>
            <a:r>
              <a:rPr lang="de-DE" sz="1200" b="0" i="0">
                <a:solidFill>
                  <a:srgbClr val="111111"/>
                </a:solidFill>
                <a:effectLst/>
                <a:latin typeface="+mj-lt"/>
              </a:rPr>
              <a:t>, TC/BSD</a:t>
            </a:r>
            <a:r>
              <a:rPr lang="de-DE" sz="1200" b="0" i="0" baseline="30000">
                <a:solidFill>
                  <a:srgbClr val="111111"/>
                </a:solidFill>
                <a:effectLst/>
                <a:latin typeface="+mj-lt"/>
              </a:rPr>
              <a:t>®</a:t>
            </a:r>
            <a:r>
              <a:rPr lang="de-DE" sz="1200" b="0" i="0">
                <a:solidFill>
                  <a:srgbClr val="111111"/>
                </a:solidFill>
                <a:effectLst/>
                <a:latin typeface="+mj-lt"/>
              </a:rPr>
              <a:t>, EtherCAT</a:t>
            </a:r>
            <a:r>
              <a:rPr lang="de-DE" sz="1200" b="0" i="0" baseline="30000">
                <a:solidFill>
                  <a:srgbClr val="111111"/>
                </a:solidFill>
                <a:effectLst/>
                <a:latin typeface="+mj-lt"/>
              </a:rPr>
              <a:t>®</a:t>
            </a:r>
            <a:r>
              <a:rPr lang="de-DE" sz="1200" b="0" i="0">
                <a:solidFill>
                  <a:srgbClr val="111111"/>
                </a:solidFill>
                <a:effectLst/>
                <a:latin typeface="+mj-lt"/>
              </a:rPr>
              <a:t>, EtherCAT G</a:t>
            </a:r>
            <a:r>
              <a:rPr lang="de-DE" sz="1200" b="0" i="0" baseline="30000">
                <a:solidFill>
                  <a:srgbClr val="111111"/>
                </a:solidFill>
                <a:effectLst/>
                <a:latin typeface="+mj-lt"/>
              </a:rPr>
              <a:t>®</a:t>
            </a:r>
            <a:r>
              <a:rPr lang="de-DE" sz="1200" b="0" i="0">
                <a:solidFill>
                  <a:srgbClr val="111111"/>
                </a:solidFill>
                <a:effectLst/>
                <a:latin typeface="+mj-lt"/>
              </a:rPr>
              <a:t>, EtherCAT G10</a:t>
            </a:r>
            <a:r>
              <a:rPr lang="de-DE" sz="1200" b="0" i="0" baseline="30000">
                <a:solidFill>
                  <a:srgbClr val="111111"/>
                </a:solidFill>
                <a:effectLst/>
                <a:latin typeface="+mj-lt"/>
              </a:rPr>
              <a:t>®</a:t>
            </a:r>
            <a:r>
              <a:rPr lang="de-DE" sz="1200" b="0" i="0">
                <a:solidFill>
                  <a:srgbClr val="111111"/>
                </a:solidFill>
                <a:effectLst/>
                <a:latin typeface="+mj-lt"/>
              </a:rPr>
              <a:t>, EtherCAT P</a:t>
            </a:r>
            <a:r>
              <a:rPr lang="de-DE" sz="1200" b="0" i="0" baseline="30000">
                <a:solidFill>
                  <a:srgbClr val="111111"/>
                </a:solidFill>
                <a:effectLst/>
                <a:latin typeface="+mj-lt"/>
              </a:rPr>
              <a:t>®</a:t>
            </a:r>
            <a:r>
              <a:rPr lang="de-DE" sz="1200" b="0" i="0">
                <a:solidFill>
                  <a:srgbClr val="111111"/>
                </a:solidFill>
                <a:effectLst/>
                <a:latin typeface="+mj-lt"/>
              </a:rPr>
              <a:t>, </a:t>
            </a:r>
            <a:r>
              <a:rPr lang="de-DE" sz="1200" b="0" i="0" err="1">
                <a:solidFill>
                  <a:srgbClr val="111111"/>
                </a:solidFill>
                <a:effectLst/>
                <a:latin typeface="+mj-lt"/>
              </a:rPr>
              <a:t>Safety</a:t>
            </a:r>
            <a:r>
              <a:rPr lang="de-DE" sz="1200" b="0" i="0">
                <a:solidFill>
                  <a:srgbClr val="111111"/>
                </a:solidFill>
                <a:effectLst/>
                <a:latin typeface="+mj-lt"/>
              </a:rPr>
              <a:t> </a:t>
            </a:r>
            <a:r>
              <a:rPr lang="de-DE" sz="1200" b="0" i="0" err="1">
                <a:solidFill>
                  <a:srgbClr val="111111"/>
                </a:solidFill>
                <a:effectLst/>
                <a:latin typeface="+mj-lt"/>
              </a:rPr>
              <a:t>over</a:t>
            </a:r>
            <a:r>
              <a:rPr lang="de-DE" sz="1200" b="0" i="0">
                <a:solidFill>
                  <a:srgbClr val="111111"/>
                </a:solidFill>
                <a:effectLst/>
                <a:latin typeface="+mj-lt"/>
              </a:rPr>
              <a:t> EtherCAT</a:t>
            </a:r>
            <a:r>
              <a:rPr lang="de-DE" sz="1200" b="0" i="0" baseline="30000">
                <a:solidFill>
                  <a:srgbClr val="111111"/>
                </a:solidFill>
                <a:effectLst/>
                <a:latin typeface="+mj-lt"/>
              </a:rPr>
              <a:t>®</a:t>
            </a:r>
            <a:r>
              <a:rPr lang="de-DE" sz="1200" b="0" i="0">
                <a:solidFill>
                  <a:srgbClr val="111111"/>
                </a:solidFill>
                <a:effectLst/>
                <a:latin typeface="+mj-lt"/>
              </a:rPr>
              <a:t>, </a:t>
            </a:r>
            <a:r>
              <a:rPr lang="de-DE" sz="1200" b="0" i="0" err="1">
                <a:solidFill>
                  <a:srgbClr val="111111"/>
                </a:solidFill>
                <a:effectLst/>
                <a:latin typeface="+mj-lt"/>
              </a:rPr>
              <a:t>TwinSAFE</a:t>
            </a:r>
            <a:r>
              <a:rPr lang="de-DE" sz="1200" b="0" i="0" baseline="30000">
                <a:solidFill>
                  <a:srgbClr val="111111"/>
                </a:solidFill>
                <a:effectLst/>
                <a:latin typeface="+mj-lt"/>
              </a:rPr>
              <a:t>®</a:t>
            </a:r>
            <a:r>
              <a:rPr lang="de-DE" sz="1200" b="0" i="0">
                <a:solidFill>
                  <a:srgbClr val="111111"/>
                </a:solidFill>
                <a:effectLst/>
                <a:latin typeface="+mj-lt"/>
              </a:rPr>
              <a:t>, XFC</a:t>
            </a:r>
            <a:r>
              <a:rPr lang="de-DE" sz="1200" b="0" i="0" baseline="30000">
                <a:solidFill>
                  <a:srgbClr val="111111"/>
                </a:solidFill>
                <a:effectLst/>
                <a:latin typeface="+mj-lt"/>
              </a:rPr>
              <a:t>®</a:t>
            </a:r>
            <a:r>
              <a:rPr lang="de-DE" sz="1200" b="0" i="0">
                <a:solidFill>
                  <a:srgbClr val="111111"/>
                </a:solidFill>
                <a:effectLst/>
                <a:latin typeface="+mj-lt"/>
              </a:rPr>
              <a:t>, XTS</a:t>
            </a:r>
            <a:r>
              <a:rPr lang="de-DE" sz="1200" b="0" i="0" baseline="30000">
                <a:solidFill>
                  <a:srgbClr val="111111"/>
                </a:solidFill>
                <a:effectLst/>
                <a:latin typeface="+mj-lt"/>
              </a:rPr>
              <a:t>®</a:t>
            </a:r>
            <a:r>
              <a:rPr lang="de-DE" sz="1200" b="0" i="0">
                <a:solidFill>
                  <a:srgbClr val="111111"/>
                </a:solidFill>
                <a:effectLst/>
                <a:latin typeface="+mj-lt"/>
              </a:rPr>
              <a:t> und </a:t>
            </a:r>
            <a:r>
              <a:rPr lang="de-DE" sz="1200" b="0" i="0" err="1">
                <a:solidFill>
                  <a:srgbClr val="111111"/>
                </a:solidFill>
                <a:effectLst/>
                <a:latin typeface="+mj-lt"/>
              </a:rPr>
              <a:t>XPlanar</a:t>
            </a:r>
            <a:r>
              <a:rPr lang="de-DE" sz="1200" b="0" i="0" baseline="30000">
                <a:solidFill>
                  <a:srgbClr val="111111"/>
                </a:solidFill>
                <a:effectLst/>
                <a:latin typeface="+mj-lt"/>
              </a:rPr>
              <a:t>®</a:t>
            </a:r>
            <a:r>
              <a:rPr lang="de-DE" sz="1200" b="0" i="0">
                <a:solidFill>
                  <a:srgbClr val="111111"/>
                </a:solidFill>
                <a:effectLst/>
                <a:latin typeface="+mj-lt"/>
              </a:rPr>
              <a:t> sind eingetragene und lizenzierte Marken der Beckhoff Automation GmbH. Die Verwendung anderer in dieser Dokumentation enthaltenen Marken oder Kennzeichen durch Dritte kann zu einer Verletzung von Rechten der Inhaber der entsprechenden Kennzeichen führen.</a:t>
            </a:r>
          </a:p>
          <a:p>
            <a:pPr>
              <a:buFont typeface="Wingdings" panose="05000000000000000000" pitchFamily="2" charset="2"/>
              <a:buNone/>
            </a:pPr>
            <a:endParaRPr lang="de-DE" altLang="de-DE" sz="1200" noProof="0">
              <a:latin typeface="+mj-lt"/>
            </a:endParaRPr>
          </a:p>
          <a:p>
            <a:pPr>
              <a:buFont typeface="Wingdings" panose="05000000000000000000" pitchFamily="2" charset="2"/>
              <a:buNone/>
            </a:pPr>
            <a:r>
              <a:rPr lang="de-DE" altLang="de-DE" sz="1200" noProof="0">
                <a:latin typeface="+mj-lt"/>
              </a:rPr>
              <a:t>Die Informationen in dieser Präsentation enthalten lediglich allgemeine Beschreibungen bzw. Leistungsmerkmale, welche im konkreten Anwendungsfall nicht immer in der beschriebenen Form zutreffen bzw. welche sich durch Weiterentwicklung der Produkte ändern können. Die gewünschten Leistungsmerkmale sind nur dann verbindlich, wenn sie bei Vertragsabschluss ausdrücklich vereinbart werden.</a:t>
            </a:r>
          </a:p>
        </p:txBody>
      </p:sp>
      <p:sp>
        <p:nvSpPr>
          <p:cNvPr id="8" name="Date Placeholder"/>
          <p:cNvSpPr>
            <a:spLocks noGrp="1"/>
          </p:cNvSpPr>
          <p:nvPr>
            <p:ph type="body" sz="quarter" idx="11" hasCustomPrompt="1"/>
          </p:nvPr>
        </p:nvSpPr>
        <p:spPr>
          <a:xfrm>
            <a:off x="3255495" y="4022394"/>
            <a:ext cx="2196000" cy="277200"/>
          </a:xfrm>
        </p:spPr>
        <p:txBody>
          <a:bodyPr lIns="0" tIns="46800"/>
          <a:lstStyle>
            <a:lvl1pPr marL="0" indent="0" algn="l">
              <a:buNone/>
              <a:defRPr lang="de-DE" sz="1200" kern="1200" baseline="0" dirty="0" smtClean="0">
                <a:solidFill>
                  <a:schemeClr val="tx1"/>
                </a:solidFill>
                <a:latin typeface="Arial" pitchFamily="34" charset="0"/>
                <a:ea typeface="+mn-ea"/>
                <a:cs typeface="+mn-cs"/>
              </a:defRPr>
            </a:lvl1pPr>
            <a:lvl2pPr marL="360362" indent="0" algn="l">
              <a:buNone/>
              <a:defRPr lang="de-DE" sz="1200" kern="1200" baseline="0" dirty="0" smtClean="0">
                <a:solidFill>
                  <a:schemeClr val="tx1"/>
                </a:solidFill>
                <a:latin typeface="Arial" pitchFamily="34" charset="0"/>
                <a:ea typeface="+mn-ea"/>
                <a:cs typeface="+mn-cs"/>
              </a:defRPr>
            </a:lvl2pPr>
            <a:lvl3pPr marL="715962" indent="0" algn="l">
              <a:buNone/>
              <a:defRPr lang="de-DE" sz="1200" kern="1200" baseline="0" dirty="0" smtClean="0">
                <a:solidFill>
                  <a:schemeClr val="tx1"/>
                </a:solidFill>
                <a:latin typeface="Arial" pitchFamily="34" charset="0"/>
                <a:ea typeface="+mn-ea"/>
                <a:cs typeface="+mn-cs"/>
              </a:defRPr>
            </a:lvl3pPr>
            <a:lvl4pPr marL="1076325" indent="0" algn="l">
              <a:buNone/>
              <a:defRPr lang="de-DE" sz="1200" kern="1200" baseline="0" dirty="0" smtClean="0">
                <a:solidFill>
                  <a:schemeClr val="tx1"/>
                </a:solidFill>
                <a:latin typeface="Arial" pitchFamily="34" charset="0"/>
                <a:ea typeface="+mn-ea"/>
                <a:cs typeface="+mn-cs"/>
              </a:defRPr>
            </a:lvl4pPr>
            <a:lvl5pPr marL="1433513" indent="0" algn="l">
              <a:buNone/>
              <a:defRPr lang="de-DE" sz="1200" kern="1200" baseline="0" dirty="0">
                <a:solidFill>
                  <a:schemeClr val="tx1"/>
                </a:solidFill>
                <a:latin typeface="Arial" pitchFamily="34" charset="0"/>
                <a:ea typeface="+mn-ea"/>
                <a:cs typeface="+mn-cs"/>
              </a:defRPr>
            </a:lvl5pPr>
          </a:lstStyle>
          <a:p>
            <a:pPr lvl="0"/>
            <a:r>
              <a:rPr lang="de-DE" noProof="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spcBef>
                <a:spcPct val="50000"/>
              </a:spcBef>
              <a:buFont typeface="Wingdings" panose="05000000000000000000" pitchFamily="2" charset="2"/>
              <a:buNone/>
            </a:pPr>
            <a:r>
              <a:rPr lang="de-DE" altLang="de-DE" sz="1600" noProof="0"/>
              <a:t>Telefon:	+49 5246 963-0  </a:t>
            </a:r>
          </a:p>
          <a:p>
            <a:pPr>
              <a:buFont typeface="Wingdings" panose="05000000000000000000" pitchFamily="2" charset="2"/>
              <a:buNone/>
            </a:pPr>
            <a:r>
              <a:rPr lang="de-DE" altLang="de-DE" sz="1600" noProof="0"/>
              <a:t>E-Mail:	info@beckhoff.com</a:t>
            </a:r>
          </a:p>
          <a:p>
            <a:pPr>
              <a:buFont typeface="Wingdings" panose="05000000000000000000" pitchFamily="2" charset="2"/>
              <a:buNone/>
            </a:pPr>
            <a:r>
              <a:rPr lang="de-DE" altLang="de-DE" sz="1600" noProof="0"/>
              <a:t>Web:	www.beckhoff.com</a:t>
            </a:r>
            <a:r>
              <a:rPr lang="de-DE" altLang="de-DE" sz="1600" b="1" noProof="0"/>
              <a:t> </a:t>
            </a:r>
          </a:p>
        </p:txBody>
      </p:sp>
      <p:sp>
        <p:nvSpPr>
          <p:cNvPr id="9" name="Address"/>
          <p:cNvSpPr txBox="1"/>
          <p:nvPr userDrawn="1"/>
        </p:nvSpPr>
        <p:spPr>
          <a:xfrm>
            <a:off x="3" y="1090800"/>
            <a:ext cx="6095997"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lvl="0" indent="0">
              <a:spcBef>
                <a:spcPts val="0"/>
              </a:spcBef>
              <a:buNone/>
            </a:pPr>
            <a:r>
              <a:rPr lang="de-DE" altLang="de-DE" sz="1600" noProof="0"/>
              <a:t>Beckhoff Automation GmbH &amp; Co. KG </a:t>
            </a:r>
            <a:br>
              <a:rPr lang="de-DE" altLang="de-DE" sz="1600" noProof="0"/>
            </a:br>
            <a:r>
              <a:rPr lang="de-DE" altLang="de-DE" sz="1600" b="0" noProof="0">
                <a:solidFill>
                  <a:srgbClr val="000000"/>
                </a:solidFill>
                <a:latin typeface="Arial"/>
                <a:cs typeface="+mn-cs"/>
              </a:rPr>
              <a:t>Unternehmenszentrale</a:t>
            </a:r>
          </a:p>
          <a:p>
            <a:pPr marL="0" lvl="0" indent="0">
              <a:spcBef>
                <a:spcPts val="0"/>
              </a:spcBef>
              <a:buNone/>
            </a:pPr>
            <a:r>
              <a:rPr lang="de-DE" altLang="de-DE" sz="1600" b="0" noProof="0">
                <a:solidFill>
                  <a:srgbClr val="000000"/>
                </a:solidFill>
                <a:latin typeface="Arial"/>
                <a:cs typeface="+mn-cs"/>
              </a:rPr>
              <a:t>Hülshorstweg 20</a:t>
            </a:r>
          </a:p>
          <a:p>
            <a:pPr marL="0" lvl="0" indent="0">
              <a:spcBef>
                <a:spcPts val="0"/>
              </a:spcBef>
              <a:buNone/>
            </a:pPr>
            <a:r>
              <a:rPr lang="de-DE" altLang="de-DE" sz="1600" b="0" noProof="0">
                <a:solidFill>
                  <a:srgbClr val="000000"/>
                </a:solidFill>
                <a:latin typeface="Arial"/>
                <a:cs typeface="+mn-cs"/>
              </a:rPr>
              <a:t>33415 Verl</a:t>
            </a:r>
          </a:p>
          <a:p>
            <a:pPr marL="0" lvl="0" indent="0">
              <a:spcBef>
                <a:spcPts val="0"/>
              </a:spcBef>
              <a:buNone/>
            </a:pPr>
            <a:r>
              <a:rPr lang="de-DE" altLang="de-DE" sz="1600" b="0" noProof="0">
                <a:solidFill>
                  <a:srgbClr val="000000"/>
                </a:solidFill>
                <a:latin typeface="Arial"/>
                <a:cs typeface="+mn-cs"/>
              </a:rPr>
              <a:t>Deutschland</a:t>
            </a:r>
          </a:p>
          <a:p>
            <a:pPr lvl="0"/>
            <a:endParaRPr lang="de-DE" altLang="de-DE" sz="1600" b="0" noProof="0"/>
          </a:p>
        </p:txBody>
      </p:sp>
      <p:sp>
        <p:nvSpPr>
          <p:cNvPr id="11" name="Title"/>
          <p:cNvSpPr txBox="1"/>
          <p:nvPr userDrawn="1"/>
        </p:nvSpPr>
        <p:spPr bwMode="white">
          <a:xfrm>
            <a:off x="-1" y="111600"/>
            <a:ext cx="10137600" cy="629367"/>
          </a:xfrm>
          <a:prstGeom prst="rect">
            <a:avLst/>
          </a:prstGeom>
        </p:spPr>
        <p:txBody>
          <a:bodyPr vert="horz" wrap="square" lIns="450000" tIns="144000" rIns="90000" bIns="144000" rtlCol="0" anchor="t" anchorCtr="0">
            <a:spAutoFit/>
          </a:bodyPr>
          <a:lstStyle>
            <a:lvl1pPr>
              <a:spcBef>
                <a:spcPct val="0"/>
              </a:spcBef>
              <a:buNone/>
              <a:defRPr sz="2200" b="1" baseline="0">
                <a:solidFill>
                  <a:schemeClr val="bg1"/>
                </a:solidFill>
                <a:latin typeface="Arial" pitchFamily="34" charset="0"/>
                <a:ea typeface="+mj-ea"/>
                <a:cs typeface="Arial" pitchFamily="34" charset="0"/>
              </a:defRPr>
            </a:lvl1pPr>
          </a:lstStyle>
          <a:p>
            <a:pPr lvl="0"/>
            <a:r>
              <a:rPr lang="de-DE" noProof="0">
                <a:solidFill>
                  <a:schemeClr val="tx1"/>
                </a:solidFill>
              </a:rPr>
              <a:t>Kontakt </a:t>
            </a:r>
          </a:p>
        </p:txBody>
      </p:sp>
    </p:spTree>
    <p:extLst>
      <p:ext uri="{BB962C8B-B14F-4D97-AF65-F5344CB8AC3E}">
        <p14:creationId xmlns:p14="http://schemas.microsoft.com/office/powerpoint/2010/main" val="3211096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act – Country-specific">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13" name="Legal Notes">
            <a:extLst>
              <a:ext uri="{FF2B5EF4-FFF2-40B4-BE49-F238E27FC236}">
                <a16:creationId xmlns:a16="http://schemas.microsoft.com/office/drawing/2014/main" id="{FB0F8624-008F-47A1-8364-BC96B920ADA6}"/>
              </a:ext>
            </a:extLst>
          </p:cNvPr>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a:t>© Beckhoff Automation </a:t>
            </a:r>
          </a:p>
          <a:p>
            <a:pPr lvl="0"/>
            <a:endParaRPr lang="en-US" altLang="en-US" noProof="0"/>
          </a:p>
          <a:p>
            <a:pPr lvl="0"/>
            <a:r>
              <a:rPr lang="en-US" altLang="en-US" noProof="0"/>
              <a:t>All images are protected by copyright. The use and transfer to third parties is not permitted.</a:t>
            </a:r>
          </a:p>
          <a:p>
            <a:pPr lvl="0"/>
            <a:endParaRPr lang="en-US" altLang="en-US" noProof="0"/>
          </a:p>
          <a:p>
            <a:pPr lvl="0"/>
            <a:r>
              <a:rPr lang="en-US" altLang="en-US" noProof="0"/>
              <a:t>Beckhoff</a:t>
            </a:r>
            <a:r>
              <a:rPr lang="en-US" altLang="en-US" baseline="30000" noProof="0"/>
              <a:t>®</a:t>
            </a:r>
            <a:r>
              <a:rPr lang="en-US" altLang="en-US" noProof="0"/>
              <a:t>, </a:t>
            </a:r>
            <a:r>
              <a:rPr lang="en-US" altLang="en-US" noProof="0" err="1"/>
              <a:t>TwinCAT</a:t>
            </a:r>
            <a:r>
              <a:rPr lang="en-US" altLang="en-US" baseline="30000" noProof="0"/>
              <a:t>®</a:t>
            </a:r>
            <a:r>
              <a:rPr lang="en-US" altLang="en-US" noProof="0"/>
              <a:t>, </a:t>
            </a:r>
            <a:r>
              <a:rPr lang="en-US" altLang="en-US" noProof="0" err="1"/>
              <a:t>TwinCAT</a:t>
            </a:r>
            <a:r>
              <a:rPr lang="en-US" altLang="en-US" noProof="0"/>
              <a:t>/BSD</a:t>
            </a:r>
            <a:r>
              <a:rPr lang="en-US" altLang="en-US" baseline="30000" noProof="0"/>
              <a:t>®</a:t>
            </a:r>
            <a:r>
              <a:rPr lang="en-US" altLang="en-US" noProof="0"/>
              <a:t>, TC/BSD</a:t>
            </a:r>
            <a:r>
              <a:rPr lang="en-US" altLang="en-US" baseline="30000" noProof="0"/>
              <a:t>®</a:t>
            </a:r>
            <a:r>
              <a:rPr lang="en-US" altLang="en-US" noProof="0"/>
              <a:t>, </a:t>
            </a:r>
            <a:r>
              <a:rPr lang="en-US" altLang="en-US" noProof="0" err="1"/>
              <a:t>EtherCAT</a:t>
            </a:r>
            <a:r>
              <a:rPr lang="en-US" altLang="en-US" baseline="30000" noProof="0"/>
              <a:t>®</a:t>
            </a:r>
            <a:r>
              <a:rPr lang="en-US" altLang="en-US" noProof="0"/>
              <a:t>, </a:t>
            </a:r>
            <a:r>
              <a:rPr lang="en-US" altLang="en-US" noProof="0" err="1"/>
              <a:t>EtherCAT</a:t>
            </a:r>
            <a:r>
              <a:rPr lang="en-US" altLang="en-US" noProof="0"/>
              <a:t> G</a:t>
            </a:r>
            <a:r>
              <a:rPr lang="en-US" altLang="en-US" baseline="30000" noProof="0"/>
              <a:t>®</a:t>
            </a:r>
            <a:r>
              <a:rPr lang="en-US" altLang="en-US" noProof="0"/>
              <a:t>, </a:t>
            </a:r>
            <a:r>
              <a:rPr lang="en-US" altLang="en-US" noProof="0" err="1"/>
              <a:t>EtherCAT</a:t>
            </a:r>
            <a:r>
              <a:rPr lang="en-US" altLang="en-US" noProof="0"/>
              <a:t> G10</a:t>
            </a:r>
            <a:r>
              <a:rPr lang="en-US" altLang="en-US" baseline="30000" noProof="0"/>
              <a:t>®</a:t>
            </a:r>
            <a:r>
              <a:rPr lang="en-US" altLang="en-US" noProof="0"/>
              <a:t>, </a:t>
            </a:r>
            <a:r>
              <a:rPr lang="en-US" altLang="en-US" noProof="0" err="1"/>
              <a:t>EtherCAT</a:t>
            </a:r>
            <a:r>
              <a:rPr lang="en-US" altLang="en-US" noProof="0"/>
              <a:t> P</a:t>
            </a:r>
            <a:r>
              <a:rPr lang="en-US" altLang="en-US" baseline="30000" noProof="0"/>
              <a:t>®</a:t>
            </a:r>
            <a:r>
              <a:rPr lang="en-US" altLang="en-US" noProof="0"/>
              <a:t>, Safety over </a:t>
            </a:r>
            <a:r>
              <a:rPr lang="en-US" altLang="en-US" noProof="0" err="1"/>
              <a:t>EtherCAT</a:t>
            </a:r>
            <a:r>
              <a:rPr lang="en-US" altLang="en-US" baseline="30000" noProof="0"/>
              <a:t>®</a:t>
            </a:r>
            <a:r>
              <a:rPr lang="en-US" altLang="en-US" noProof="0"/>
              <a:t>, </a:t>
            </a:r>
            <a:r>
              <a:rPr lang="en-US" altLang="en-US" noProof="0" err="1"/>
              <a:t>TwinSAFE</a:t>
            </a:r>
            <a:r>
              <a:rPr lang="en-US" altLang="en-US" baseline="30000" noProof="0"/>
              <a:t>®</a:t>
            </a:r>
            <a:r>
              <a:rPr lang="en-US" altLang="en-US" noProof="0"/>
              <a:t>, XFC</a:t>
            </a:r>
            <a:r>
              <a:rPr lang="en-US" altLang="en-US" baseline="30000" noProof="0"/>
              <a:t>®</a:t>
            </a:r>
            <a:r>
              <a:rPr lang="en-US" altLang="en-US" noProof="0"/>
              <a:t>, XTS</a:t>
            </a:r>
            <a:r>
              <a:rPr lang="en-US" altLang="en-US" baseline="30000" noProof="0"/>
              <a:t>®</a:t>
            </a:r>
            <a:r>
              <a:rPr lang="en-US" altLang="en-US" noProof="0"/>
              <a:t> and </a:t>
            </a:r>
            <a:r>
              <a:rPr lang="en-US" altLang="en-US" noProof="0" err="1"/>
              <a:t>XPlanar</a:t>
            </a:r>
            <a:r>
              <a:rPr lang="en-US" altLang="en-US" baseline="30000" noProof="0"/>
              <a:t>®</a:t>
            </a:r>
            <a:r>
              <a:rPr lang="en-US" altLang="en-US" noProof="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a:p>
          <a:p>
            <a:pPr lvl="0"/>
            <a:r>
              <a:rPr lang="en-US" altLang="en-US" noProof="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4" name="Date Placeholder">
            <a:extLst>
              <a:ext uri="{FF2B5EF4-FFF2-40B4-BE49-F238E27FC236}">
                <a16:creationId xmlns:a16="http://schemas.microsoft.com/office/drawing/2014/main" id="{D58367F0-49D0-49AE-B9D1-CF63427C3E5A}"/>
              </a:ext>
            </a:extLst>
          </p:cNvPr>
          <p:cNvSpPr>
            <a:spLocks noGrp="1"/>
          </p:cNvSpPr>
          <p:nvPr>
            <p:ph type="body" sz="quarter" idx="11" hasCustomPrompt="1"/>
          </p:nvPr>
        </p:nvSpPr>
        <p:spPr>
          <a:xfrm>
            <a:off x="2040500"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a:t>MM/YYYY</a:t>
            </a:r>
          </a:p>
        </p:txBody>
      </p:sp>
      <p:sp>
        <p:nvSpPr>
          <p:cNvPr id="27" name="Phone, Mail, Web Placeholder">
            <a:extLst>
              <a:ext uri="{FF2B5EF4-FFF2-40B4-BE49-F238E27FC236}">
                <a16:creationId xmlns:a16="http://schemas.microsoft.com/office/drawing/2014/main" id="{CD68DB35-B7DC-45D7-8D3B-4237236AEDB1}"/>
              </a:ext>
            </a:extLst>
          </p:cNvPr>
          <p:cNvSpPr>
            <a:spLocks noGrp="1"/>
          </p:cNvSpPr>
          <p:nvPr>
            <p:ph type="body" sz="quarter" idx="16" hasCustomPrompt="1"/>
          </p:nvPr>
        </p:nvSpPr>
        <p:spPr>
          <a:xfrm>
            <a:off x="6096001" y="1090800"/>
            <a:ext cx="4052711" cy="1873250"/>
          </a:xfrm>
        </p:spPr>
        <p:txBody>
          <a:bodyPr lIns="90000" tIns="432000"/>
          <a:lstStyle>
            <a:lvl1pPr marL="0" indent="0">
              <a:spcBef>
                <a:spcPts val="0"/>
              </a:spcBef>
              <a:buNone/>
              <a:tabLst>
                <a:tab pos="896400" algn="l"/>
              </a:tabLst>
              <a:defRPr sz="1600"/>
            </a:lvl1pPr>
            <a:lvl2pPr>
              <a:spcBef>
                <a:spcPts val="0"/>
              </a:spcBef>
              <a:tabLst>
                <a:tab pos="914400" algn="l"/>
              </a:tabLst>
              <a:defRPr sz="1600"/>
            </a:lvl2pPr>
            <a:lvl3pPr>
              <a:spcBef>
                <a:spcPts val="0"/>
              </a:spcBef>
              <a:tabLst>
                <a:tab pos="914400" algn="l"/>
              </a:tabLst>
              <a:defRPr sz="1600"/>
            </a:lvl3pPr>
            <a:lvl4pPr>
              <a:spcBef>
                <a:spcPts val="0"/>
              </a:spcBef>
              <a:tabLst>
                <a:tab pos="914400" algn="l"/>
              </a:tabLst>
              <a:defRPr sz="1600"/>
            </a:lvl4pPr>
            <a:lvl5pPr>
              <a:spcBef>
                <a:spcPts val="0"/>
              </a:spcBef>
              <a:tabLst>
                <a:tab pos="914400" algn="l"/>
              </a:tabLst>
              <a:defRPr sz="1600"/>
            </a:lvl5pPr>
          </a:lstStyle>
          <a:p>
            <a:pPr lvl="0"/>
            <a:r>
              <a:rPr lang="en-US" noProof="0"/>
              <a:t>Phone:    … </a:t>
            </a:r>
            <a:br>
              <a:rPr lang="en-US" noProof="0"/>
            </a:br>
            <a:r>
              <a:rPr lang="en-US" noProof="0"/>
              <a:t>E-mail:    …</a:t>
            </a:r>
            <a:br>
              <a:rPr lang="en-US" noProof="0"/>
            </a:br>
            <a:r>
              <a:rPr lang="en-US" noProof="0"/>
              <a:t>Web:       …</a:t>
            </a:r>
          </a:p>
        </p:txBody>
      </p:sp>
      <p:sp>
        <p:nvSpPr>
          <p:cNvPr id="12" name="Address Placeholder">
            <a:extLst>
              <a:ext uri="{FF2B5EF4-FFF2-40B4-BE49-F238E27FC236}">
                <a16:creationId xmlns:a16="http://schemas.microsoft.com/office/drawing/2014/main" id="{1BE23ED5-17AC-4930-BA35-81B604872F42}"/>
              </a:ext>
            </a:extLst>
          </p:cNvPr>
          <p:cNvSpPr>
            <a:spLocks noGrp="1"/>
          </p:cNvSpPr>
          <p:nvPr>
            <p:ph type="body" sz="quarter" idx="14" hasCustomPrompt="1"/>
          </p:nvPr>
        </p:nvSpPr>
        <p:spPr>
          <a:xfrm>
            <a:off x="3" y="1090800"/>
            <a:ext cx="4871861" cy="1873250"/>
          </a:xfrm>
        </p:spPr>
        <p:txBody>
          <a:bodyPr/>
          <a:lstStyle>
            <a:lvl1pPr marL="0" indent="0">
              <a:spcBef>
                <a:spcPts val="0"/>
              </a:spcBef>
              <a:buNone/>
              <a:defRPr sz="1600" b="0"/>
            </a:lvl1pPr>
            <a:lvl2pPr marL="360362" indent="0">
              <a:buNone/>
              <a:defRPr sz="1600"/>
            </a:lvl2pPr>
            <a:lvl3pPr>
              <a:defRPr sz="1600"/>
            </a:lvl3pPr>
            <a:lvl4pPr>
              <a:defRPr sz="1600"/>
            </a:lvl4pPr>
            <a:lvl5pPr>
              <a:defRPr sz="1600"/>
            </a:lvl5pPr>
          </a:lstStyle>
          <a:p>
            <a:pPr lvl="0"/>
            <a:r>
              <a:rPr lang="en-US" noProof="0"/>
              <a:t>Subsidiary name </a:t>
            </a:r>
            <a:br>
              <a:rPr lang="en-US" noProof="0"/>
            </a:br>
            <a:r>
              <a:rPr lang="en-US" noProof="0"/>
              <a:t>and address details </a:t>
            </a:r>
          </a:p>
        </p:txBody>
      </p:sp>
      <p:sp>
        <p:nvSpPr>
          <p:cNvPr id="5" name="Title">
            <a:extLst>
              <a:ext uri="{FF2B5EF4-FFF2-40B4-BE49-F238E27FC236}">
                <a16:creationId xmlns:a16="http://schemas.microsoft.com/office/drawing/2014/main" id="{19FC4D1F-B4C7-47E6-B598-C1C778E645C7}"/>
              </a:ext>
            </a:extLst>
          </p:cNvPr>
          <p:cNvSpPr>
            <a:spLocks noGrp="1"/>
          </p:cNvSpPr>
          <p:nvPr>
            <p:ph type="title" hasCustomPrompt="1"/>
          </p:nvPr>
        </p:nvSpPr>
        <p:spPr/>
        <p:txBody>
          <a:bodyPr/>
          <a:lstStyle>
            <a:lvl1pPr>
              <a:defRPr/>
            </a:lvl1pPr>
          </a:lstStyle>
          <a:p>
            <a:r>
              <a:rPr lang="en-US"/>
              <a:t>Click to add title</a:t>
            </a:r>
          </a:p>
        </p:txBody>
      </p:sp>
    </p:spTree>
    <p:extLst>
      <p:ext uri="{BB962C8B-B14F-4D97-AF65-F5344CB8AC3E}">
        <p14:creationId xmlns:p14="http://schemas.microsoft.com/office/powerpoint/2010/main" val="474037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theme" Target="../theme/theme2.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4" name="Background"/>
          <p:cNvGrpSpPr/>
          <p:nvPr userDrawn="1"/>
        </p:nvGrpSpPr>
        <p:grpSpPr bwMode="ltGray">
          <a:xfrm>
            <a:off x="0" y="0"/>
            <a:ext cx="12192000" cy="6862298"/>
            <a:chOff x="0" y="0"/>
            <a:chExt cx="9144000" cy="6862298"/>
          </a:xfrm>
        </p:grpSpPr>
        <p:sp>
          <p:nvSpPr>
            <p:cNvPr id="16" name="Stage Red"/>
            <p:cNvSpPr/>
            <p:nvPr userDrawn="1"/>
          </p:nvSpPr>
          <p:spPr bwMode="ltGray">
            <a:xfrm>
              <a:off x="0" y="0"/>
              <a:ext cx="91440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3" name="White"/>
            <p:cNvSpPr/>
            <p:nvPr userDrawn="1"/>
          </p:nvSpPr>
          <p:spPr bwMode="ltGray">
            <a:xfrm>
              <a:off x="1" y="1086504"/>
              <a:ext cx="9143999" cy="577579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noProof="0">
                <a:solidFill>
                  <a:schemeClr val="bg1"/>
                </a:solidFill>
                <a:latin typeface="Arial" pitchFamily="34" charset="0"/>
                <a:cs typeface="Arial" pitchFamily="34" charset="0"/>
              </a:endParaRPr>
            </a:p>
          </p:txBody>
        </p:sp>
      </p:grpSp>
      <p:sp>
        <p:nvSpPr>
          <p:cNvPr id="19" name="Footer Placeholder"/>
          <p:cNvSpPr>
            <a:spLocks noGrp="1"/>
          </p:cNvSpPr>
          <p:nvPr>
            <p:ph type="ftr" sz="quarter" idx="3"/>
          </p:nvPr>
        </p:nvSpPr>
        <p:spPr bwMode="gray">
          <a:xfrm>
            <a:off x="450000" y="6416676"/>
            <a:ext cx="5646000" cy="441325"/>
          </a:xfrm>
          <a:prstGeom prst="rect">
            <a:avLst/>
          </a:prstGeom>
        </p:spPr>
        <p:txBody>
          <a:bodyPr vert="horz" lIns="0" tIns="36000" rIns="91440" bIns="36000" rtlCol="0" anchor="ctr"/>
          <a:lstStyle>
            <a:lvl1pPr algn="l">
              <a:defRPr sz="1100">
                <a:solidFill>
                  <a:schemeClr val="accent1"/>
                </a:solidFill>
                <a:latin typeface="Arial" pitchFamily="34" charset="0"/>
                <a:cs typeface="Arial" pitchFamily="34" charset="0"/>
              </a:defRPr>
            </a:lvl1pPr>
          </a:lstStyle>
          <a:p>
            <a:r>
              <a:rPr lang="en-US" noProof="0"/>
              <a:t>Footer text</a:t>
            </a:r>
          </a:p>
        </p:txBody>
      </p:sp>
      <p:sp>
        <p:nvSpPr>
          <p:cNvPr id="20" name="Slide Number Placeholder"/>
          <p:cNvSpPr>
            <a:spLocks noGrp="1"/>
          </p:cNvSpPr>
          <p:nvPr>
            <p:ph type="sldNum" sz="quarter" idx="4"/>
          </p:nvPr>
        </p:nvSpPr>
        <p:spPr bwMode="gray">
          <a:xfrm>
            <a:off x="0" y="6416676"/>
            <a:ext cx="450000" cy="441325"/>
          </a:xfrm>
          <a:prstGeom prst="rect">
            <a:avLst/>
          </a:prstGeom>
        </p:spPr>
        <p:txBody>
          <a:bodyPr vert="horz" lIns="0" tIns="45720" rIns="90000" bIns="45720" rtlCol="0" anchor="ctr"/>
          <a:lstStyle>
            <a:lvl1pPr algn="r">
              <a:defRPr sz="1100">
                <a:solidFill>
                  <a:schemeClr val="accent1"/>
                </a:solidFill>
                <a:latin typeface="Arial" pitchFamily="34" charset="0"/>
                <a:cs typeface="Arial" pitchFamily="34" charset="0"/>
              </a:defRPr>
            </a:lvl1pPr>
          </a:lstStyle>
          <a:p>
            <a:fld id="{A930EF64-91C9-4EBD-82F9-3643AB15A28C}" type="slidenum">
              <a:rPr lang="en-US" noProof="0" smtClean="0"/>
              <a:pPr/>
              <a:t>‹#›</a:t>
            </a:fld>
            <a:endParaRPr lang="en-US" noProof="0"/>
          </a:p>
        </p:txBody>
      </p:sp>
      <p:sp>
        <p:nvSpPr>
          <p:cNvPr id="18" name="Text Placeholder"/>
          <p:cNvSpPr>
            <a:spLocks noGrp="1"/>
          </p:cNvSpPr>
          <p:nvPr>
            <p:ph type="body" idx="1"/>
          </p:nvPr>
        </p:nvSpPr>
        <p:spPr bwMode="gray">
          <a:xfrm>
            <a:off x="2" y="1090801"/>
            <a:ext cx="12191999" cy="5330171"/>
          </a:xfrm>
          <a:prstGeom prst="rect">
            <a:avLst/>
          </a:prstGeom>
        </p:spPr>
        <p:txBody>
          <a:bodyPr vert="horz" lIns="450000" tIns="190800" rIns="91440" bIns="45720" rtlCol="0">
            <a:noAutofit/>
          </a:body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2" name="Title"/>
          <p:cNvSpPr>
            <a:spLocks noGrp="1"/>
          </p:cNvSpPr>
          <p:nvPr>
            <p:ph type="title"/>
          </p:nvPr>
        </p:nvSpPr>
        <p:spPr bwMode="white">
          <a:xfrm>
            <a:off x="-1" y="450787"/>
            <a:ext cx="10137600" cy="629367"/>
          </a:xfrm>
          <a:prstGeom prst="rect">
            <a:avLst/>
          </a:prstGeom>
        </p:spPr>
        <p:txBody>
          <a:bodyPr vert="horz" wrap="square" lIns="450000" tIns="144000" rIns="90000" bIns="144000" rtlCol="0" anchor="b" anchorCtr="0">
            <a:spAutoFit/>
          </a:bodyPr>
          <a:lstStyle/>
          <a:p>
            <a:r>
              <a:rPr lang="en-US" noProof="0"/>
              <a:t>Click to add title</a:t>
            </a:r>
          </a:p>
        </p:txBody>
      </p:sp>
      <p:pic>
        <p:nvPicPr>
          <p:cNvPr id="10" name="Logo"/>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a:xfrm>
            <a:off x="10531993" y="602129"/>
            <a:ext cx="1256088" cy="342306"/>
          </a:xfrm>
          <a:prstGeom prst="rect">
            <a:avLst/>
          </a:prstGeom>
        </p:spPr>
      </p:pic>
    </p:spTree>
    <p:extLst>
      <p:ext uri="{BB962C8B-B14F-4D97-AF65-F5344CB8AC3E}">
        <p14:creationId xmlns:p14="http://schemas.microsoft.com/office/powerpoint/2010/main" val="980308538"/>
      </p:ext>
    </p:extLst>
  </p:cSld>
  <p:clrMap bg1="lt1" tx1="dk1" bg2="lt2" tx2="dk2" accent1="accent1" accent2="accent2" accent3="accent3" accent4="accent4" accent5="accent5" accent6="accent6" hlink="hlink" folHlink="folHlink"/>
  <p:sldLayoutIdLst>
    <p:sldLayoutId id="2147483736" r:id="rId1"/>
    <p:sldLayoutId id="2147483796" r:id="rId2"/>
    <p:sldLayoutId id="2147483795" r:id="rId3"/>
    <p:sldLayoutId id="2147483798" r:id="rId4"/>
    <p:sldLayoutId id="2147483713" r:id="rId5"/>
    <p:sldLayoutId id="2147483714" r:id="rId6"/>
    <p:sldLayoutId id="2147483717" r:id="rId7"/>
    <p:sldLayoutId id="2147483800" r:id="rId8"/>
    <p:sldLayoutId id="2147483715" r:id="rId9"/>
    <p:sldLayoutId id="2147483716" r:id="rId10"/>
    <p:sldLayoutId id="2147483720" r:id="rId11"/>
    <p:sldLayoutId id="2147483813" r:id="rId12"/>
    <p:sldLayoutId id="2147483814" r:id="rId13"/>
    <p:sldLayoutId id="2147483825" r:id="rId14"/>
    <p:sldLayoutId id="2147483816" r:id="rId15"/>
    <p:sldLayoutId id="2147483815" r:id="rId16"/>
    <p:sldLayoutId id="2147483820" r:id="rId17"/>
    <p:sldLayoutId id="2147483821" r:id="rId18"/>
    <p:sldLayoutId id="2147483822" r:id="rId19"/>
    <p:sldLayoutId id="2147483819" r:id="rId20"/>
    <p:sldLayoutId id="2147483817" r:id="rId21"/>
    <p:sldLayoutId id="2147483818" r:id="rId22"/>
    <p:sldLayoutId id="2147483829" r:id="rId23"/>
    <p:sldLayoutId id="2147483824" r:id="rId24"/>
    <p:sldLayoutId id="2147483831" r:id="rId25"/>
    <p:sldLayoutId id="2147483826" r:id="rId26"/>
    <p:sldLayoutId id="2147483827" r:id="rId27"/>
    <p:sldLayoutId id="2147483830" r:id="rId28"/>
  </p:sldLayoutIdLst>
  <p:hf sldNum="0" hdr="0" ftr="0" dt="0"/>
  <p:txStyles>
    <p:titleStyle>
      <a:lvl1pPr algn="l" defTabSz="914400" rtl="0" eaLnBrk="1" latinLnBrk="0" hangingPunct="1">
        <a:spcBef>
          <a:spcPct val="0"/>
        </a:spcBef>
        <a:buNone/>
        <a:defRPr sz="2200" b="1" kern="1200" baseline="0">
          <a:solidFill>
            <a:schemeClr val="bg1"/>
          </a:solidFill>
          <a:latin typeface="Arial" pitchFamily="34" charset="0"/>
          <a:ea typeface="+mj-ea"/>
          <a:cs typeface="Arial" pitchFamily="34" charset="0"/>
        </a:defRPr>
      </a:lvl1pPr>
    </p:titleStyle>
    <p:bodyStyle>
      <a:lvl1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2200" kern="1200" baseline="0">
          <a:solidFill>
            <a:schemeClr val="tx1"/>
          </a:solidFill>
          <a:latin typeface="+mj-lt"/>
          <a:ea typeface="+mn-ea"/>
          <a:cs typeface="Arial" pitchFamily="34" charset="0"/>
        </a:defRPr>
      </a:lvl1pPr>
      <a:lvl2pPr marL="6286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9842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3pPr>
      <a:lvl4pPr marL="1343025"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1700213"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5124" userDrawn="1">
          <p15:clr>
            <a:srgbClr val="F26B43"/>
          </p15:clr>
        </p15:guide>
        <p15:guide id="3" pos="6396" userDrawn="1">
          <p15:clr>
            <a:srgbClr val="F26B43"/>
          </p15:clr>
        </p15:guide>
        <p15:guide id="4" pos="2556" userDrawn="1">
          <p15:clr>
            <a:srgbClr val="F26B43"/>
          </p15:clr>
        </p15:guide>
        <p15:guide id="5" pos="1284" userDrawn="1">
          <p15:clr>
            <a:srgbClr val="F26B43"/>
          </p15:clr>
        </p15:guide>
        <p15:guide id="6" orient="horz" pos="686" userDrawn="1">
          <p15:clr>
            <a:srgbClr val="F26B43"/>
          </p15:clr>
        </p15:guide>
        <p15:guide id="7" orient="horz" pos="1593" userDrawn="1">
          <p15:clr>
            <a:srgbClr val="F26B43"/>
          </p15:clr>
        </p15:guide>
        <p15:guide id="8" orient="horz" pos="2500" userDrawn="1">
          <p15:clr>
            <a:srgbClr val="F26B43"/>
          </p15:clr>
        </p15:guide>
        <p15:guide id="9" orient="horz" pos="340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4" name="Background"/>
          <p:cNvGrpSpPr/>
          <p:nvPr userDrawn="1"/>
        </p:nvGrpSpPr>
        <p:grpSpPr bwMode="ltGray">
          <a:xfrm>
            <a:off x="0" y="0"/>
            <a:ext cx="12192000" cy="6862298"/>
            <a:chOff x="0" y="0"/>
            <a:chExt cx="9144000" cy="6862298"/>
          </a:xfrm>
        </p:grpSpPr>
        <p:sp>
          <p:nvSpPr>
            <p:cNvPr id="16" name="Stage Red"/>
            <p:cNvSpPr/>
            <p:nvPr userDrawn="1"/>
          </p:nvSpPr>
          <p:spPr bwMode="ltGray">
            <a:xfrm>
              <a:off x="0" y="0"/>
              <a:ext cx="91440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3" name="White"/>
            <p:cNvSpPr/>
            <p:nvPr userDrawn="1"/>
          </p:nvSpPr>
          <p:spPr bwMode="ltGray">
            <a:xfrm>
              <a:off x="1" y="0"/>
              <a:ext cx="9143999" cy="6862298"/>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noProof="0">
                <a:solidFill>
                  <a:schemeClr val="bg1"/>
                </a:solidFill>
                <a:latin typeface="Arial" pitchFamily="34" charset="0"/>
                <a:cs typeface="Arial" pitchFamily="34" charset="0"/>
              </a:endParaRPr>
            </a:p>
          </p:txBody>
        </p:sp>
      </p:grpSp>
      <p:sp>
        <p:nvSpPr>
          <p:cNvPr id="19" name="Footer Placeholder"/>
          <p:cNvSpPr>
            <a:spLocks noGrp="1"/>
          </p:cNvSpPr>
          <p:nvPr>
            <p:ph type="ftr" sz="quarter" idx="3"/>
          </p:nvPr>
        </p:nvSpPr>
        <p:spPr bwMode="gray">
          <a:xfrm>
            <a:off x="450000" y="6416676"/>
            <a:ext cx="5646000" cy="441325"/>
          </a:xfrm>
          <a:prstGeom prst="rect">
            <a:avLst/>
          </a:prstGeom>
        </p:spPr>
        <p:txBody>
          <a:bodyPr vert="horz" lIns="0" tIns="36000" rIns="91440" bIns="36000" rtlCol="0" anchor="ctr"/>
          <a:lstStyle>
            <a:lvl1pPr algn="l">
              <a:defRPr sz="1100">
                <a:solidFill>
                  <a:schemeClr val="accent1"/>
                </a:solidFill>
                <a:latin typeface="Arial" pitchFamily="34" charset="0"/>
                <a:cs typeface="Arial" pitchFamily="34" charset="0"/>
              </a:defRPr>
            </a:lvl1pPr>
          </a:lstStyle>
          <a:p>
            <a:r>
              <a:rPr lang="en-US" noProof="0"/>
              <a:t>Footer text</a:t>
            </a:r>
          </a:p>
        </p:txBody>
      </p:sp>
      <p:sp>
        <p:nvSpPr>
          <p:cNvPr id="20" name="Slide Number Placeholder"/>
          <p:cNvSpPr>
            <a:spLocks noGrp="1"/>
          </p:cNvSpPr>
          <p:nvPr>
            <p:ph type="sldNum" sz="quarter" idx="4"/>
          </p:nvPr>
        </p:nvSpPr>
        <p:spPr bwMode="gray">
          <a:xfrm>
            <a:off x="0" y="6416676"/>
            <a:ext cx="450000" cy="441325"/>
          </a:xfrm>
          <a:prstGeom prst="rect">
            <a:avLst/>
          </a:prstGeom>
        </p:spPr>
        <p:txBody>
          <a:bodyPr vert="horz" lIns="0" tIns="45720" rIns="90000" bIns="45720" rtlCol="0" anchor="ctr"/>
          <a:lstStyle>
            <a:lvl1pPr algn="r">
              <a:defRPr sz="1100">
                <a:solidFill>
                  <a:schemeClr val="accent1"/>
                </a:solidFill>
                <a:latin typeface="Arial" pitchFamily="34" charset="0"/>
                <a:cs typeface="Arial" pitchFamily="34" charset="0"/>
              </a:defRPr>
            </a:lvl1pPr>
          </a:lstStyle>
          <a:p>
            <a:fld id="{A930EF64-91C9-4EBD-82F9-3643AB15A28C}" type="slidenum">
              <a:rPr lang="en-US" noProof="0" smtClean="0"/>
              <a:pPr/>
              <a:t>‹#›</a:t>
            </a:fld>
            <a:endParaRPr lang="en-US" noProof="0"/>
          </a:p>
        </p:txBody>
      </p:sp>
      <p:sp>
        <p:nvSpPr>
          <p:cNvPr id="18" name="Text Placeholder"/>
          <p:cNvSpPr>
            <a:spLocks noGrp="1"/>
          </p:cNvSpPr>
          <p:nvPr>
            <p:ph type="body" idx="1"/>
          </p:nvPr>
        </p:nvSpPr>
        <p:spPr bwMode="gray">
          <a:xfrm>
            <a:off x="2" y="1090801"/>
            <a:ext cx="12191999" cy="5330171"/>
          </a:xfrm>
          <a:prstGeom prst="rect">
            <a:avLst/>
          </a:prstGeom>
        </p:spPr>
        <p:txBody>
          <a:bodyPr vert="horz" lIns="450000" tIns="190800" rIns="91440" bIns="45720" rtlCol="0">
            <a:noAutofit/>
          </a:body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2" name="Title"/>
          <p:cNvSpPr>
            <a:spLocks noGrp="1"/>
          </p:cNvSpPr>
          <p:nvPr>
            <p:ph type="title"/>
          </p:nvPr>
        </p:nvSpPr>
        <p:spPr bwMode="white">
          <a:xfrm>
            <a:off x="-1" y="111600"/>
            <a:ext cx="10137600" cy="629367"/>
          </a:xfrm>
          <a:prstGeom prst="rect">
            <a:avLst/>
          </a:prstGeom>
        </p:spPr>
        <p:txBody>
          <a:bodyPr vert="horz" wrap="square" lIns="450000" tIns="144000" rIns="90000" bIns="144000" rtlCol="0" anchor="t" anchorCtr="0">
            <a:spAutoFit/>
          </a:bodyPr>
          <a:lstStyle/>
          <a:p>
            <a:r>
              <a:rPr lang="en-US" noProof="0"/>
              <a:t>Click to add title</a:t>
            </a:r>
          </a:p>
        </p:txBody>
      </p:sp>
      <p:pic>
        <p:nvPicPr>
          <p:cNvPr id="10" name="Logo"/>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a:xfrm>
            <a:off x="10531993" y="602129"/>
            <a:ext cx="1256088" cy="342306"/>
          </a:xfrm>
          <a:prstGeom prst="rect">
            <a:avLst/>
          </a:prstGeom>
        </p:spPr>
      </p:pic>
    </p:spTree>
    <p:extLst>
      <p:ext uri="{BB962C8B-B14F-4D97-AF65-F5344CB8AC3E}">
        <p14:creationId xmlns:p14="http://schemas.microsoft.com/office/powerpoint/2010/main" val="3409542065"/>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 id="2147483858" r:id="rId12"/>
    <p:sldLayoutId id="2147483859" r:id="rId13"/>
    <p:sldLayoutId id="2147483860" r:id="rId14"/>
    <p:sldLayoutId id="2147483861" r:id="rId15"/>
    <p:sldLayoutId id="2147483862" r:id="rId16"/>
    <p:sldLayoutId id="2147483863" r:id="rId17"/>
    <p:sldLayoutId id="2147483864" r:id="rId18"/>
    <p:sldLayoutId id="2147483865" r:id="rId19"/>
    <p:sldLayoutId id="2147483866" r:id="rId20"/>
    <p:sldLayoutId id="2147483867" r:id="rId21"/>
    <p:sldLayoutId id="2147483868" r:id="rId22"/>
    <p:sldLayoutId id="2147483869" r:id="rId23"/>
    <p:sldLayoutId id="2147483870" r:id="rId24"/>
    <p:sldLayoutId id="2147483871" r:id="rId25"/>
    <p:sldLayoutId id="2147483873" r:id="rId26"/>
    <p:sldLayoutId id="2147483874" r:id="rId27"/>
    <p:sldLayoutId id="2147483875" r:id="rId28"/>
  </p:sldLayoutIdLst>
  <p:hf sldNum="0" hdr="0" ftr="0" dt="0"/>
  <p:txStyles>
    <p:titleStyle>
      <a:lvl1pPr algn="l" defTabSz="914400" rtl="0" eaLnBrk="1" latinLnBrk="0" hangingPunct="1">
        <a:spcBef>
          <a:spcPct val="0"/>
        </a:spcBef>
        <a:buNone/>
        <a:defRPr sz="2200" b="1" kern="1200" baseline="0">
          <a:solidFill>
            <a:schemeClr val="tx1"/>
          </a:solidFill>
          <a:latin typeface="Arial" pitchFamily="34" charset="0"/>
          <a:ea typeface="+mj-ea"/>
          <a:cs typeface="Arial" pitchFamily="34" charset="0"/>
        </a:defRPr>
      </a:lvl1pPr>
    </p:titleStyle>
    <p:bodyStyle>
      <a:lvl1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2200" kern="1200" baseline="0">
          <a:solidFill>
            <a:schemeClr val="tx1"/>
          </a:solidFill>
          <a:latin typeface="+mj-lt"/>
          <a:ea typeface="+mn-ea"/>
          <a:cs typeface="Arial" pitchFamily="34" charset="0"/>
        </a:defRPr>
      </a:lvl1pPr>
      <a:lvl2pPr marL="6286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9842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3pPr>
      <a:lvl4pPr marL="1343025"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1700213"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5124" userDrawn="1">
          <p15:clr>
            <a:srgbClr val="F26B43"/>
          </p15:clr>
        </p15:guide>
        <p15:guide id="3" pos="6396" userDrawn="1">
          <p15:clr>
            <a:srgbClr val="F26B43"/>
          </p15:clr>
        </p15:guide>
        <p15:guide id="4" pos="2556" userDrawn="1">
          <p15:clr>
            <a:srgbClr val="F26B43"/>
          </p15:clr>
        </p15:guide>
        <p15:guide id="5" pos="1284" userDrawn="1">
          <p15:clr>
            <a:srgbClr val="F26B43"/>
          </p15:clr>
        </p15:guide>
        <p15:guide id="6" orient="horz" userDrawn="1">
          <p15:clr>
            <a:srgbClr val="F26B43"/>
          </p15:clr>
        </p15:guide>
        <p15:guide id="7" orient="horz" pos="1080" userDrawn="1">
          <p15:clr>
            <a:srgbClr val="F26B43"/>
          </p15:clr>
        </p15:guide>
        <p15:guide id="8" orient="horz" pos="2160" userDrawn="1">
          <p15:clr>
            <a:srgbClr val="F26B43"/>
          </p15:clr>
        </p15:guide>
        <p15:guide id="9" orient="horz" pos="32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B287E-A761-FC71-FBF0-43CE5685367C}"/>
            </a:ext>
          </a:extLst>
        </p:cNvPr>
        <p:cNvGrpSpPr/>
        <p:nvPr/>
      </p:nvGrpSpPr>
      <p:grpSpPr>
        <a:xfrm>
          <a:off x="0" y="0"/>
          <a:ext cx="0" cy="0"/>
          <a:chOff x="0" y="0"/>
          <a:chExt cx="0" cy="0"/>
        </a:xfrm>
      </p:grpSpPr>
      <p:sp>
        <p:nvSpPr>
          <p:cNvPr id="6" name="文字版面配置區 5">
            <a:extLst>
              <a:ext uri="{FF2B5EF4-FFF2-40B4-BE49-F238E27FC236}">
                <a16:creationId xmlns:a16="http://schemas.microsoft.com/office/drawing/2014/main" id="{7851BBB6-B3A9-0478-9E31-F06805199F24}"/>
              </a:ext>
            </a:extLst>
          </p:cNvPr>
          <p:cNvSpPr>
            <a:spLocks noGrp="1"/>
          </p:cNvSpPr>
          <p:nvPr>
            <p:ph type="body" sz="quarter" idx="10"/>
          </p:nvPr>
        </p:nvSpPr>
        <p:spPr/>
        <p:txBody>
          <a:bodyPr/>
          <a:lstStyle/>
          <a:p>
            <a:r>
              <a:rPr lang="zh-TW" altLang="en-US" dirty="0">
                <a:solidFill>
                  <a:srgbClr val="404040"/>
                </a:solidFill>
                <a:latin typeface="Microsoft JhengHei UI" panose="020B0604030504040204" pitchFamily="34" charset="-120"/>
              </a:rPr>
              <a:t>程式碼修改與維護指南</a:t>
            </a:r>
          </a:p>
          <a:p>
            <a:r>
              <a:rPr lang="zh-TW" altLang="en-US" dirty="0">
                <a:solidFill>
                  <a:srgbClr val="404040"/>
                </a:solidFill>
                <a:latin typeface="Microsoft JhengHei UI" panose="020B0604030504040204" pitchFamily="34" charset="-120"/>
              </a:rPr>
              <a:t>適用：</a:t>
            </a:r>
            <a:r>
              <a:rPr lang="en-US" altLang="zh-TW" dirty="0">
                <a:solidFill>
                  <a:srgbClr val="404040"/>
                </a:solidFill>
                <a:latin typeface="Microsoft JhengHei UI" panose="020B0604030504040204" pitchFamily="34" charset="-120"/>
              </a:rPr>
              <a:t>C# WinForms / .NET 9</a:t>
            </a:r>
            <a:endParaRPr lang="zh-TW" altLang="en-US" dirty="0">
              <a:solidFill>
                <a:srgbClr val="404040"/>
              </a:solidFill>
              <a:latin typeface="Microsoft JhengHei UI" panose="020B0604030504040204" pitchFamily="34" charset="-120"/>
            </a:endParaRPr>
          </a:p>
          <a:p>
            <a:endParaRPr lang="zh-TW" altLang="en-US" dirty="0"/>
          </a:p>
        </p:txBody>
      </p:sp>
      <p:sp>
        <p:nvSpPr>
          <p:cNvPr id="3" name="Titel 1">
            <a:extLst>
              <a:ext uri="{FF2B5EF4-FFF2-40B4-BE49-F238E27FC236}">
                <a16:creationId xmlns:a16="http://schemas.microsoft.com/office/drawing/2014/main" id="{9680FFDC-D236-1493-0E7E-522723C7778B}"/>
              </a:ext>
            </a:extLst>
          </p:cNvPr>
          <p:cNvSpPr>
            <a:spLocks noGrp="1"/>
          </p:cNvSpPr>
          <p:nvPr>
            <p:ph type="title"/>
          </p:nvPr>
        </p:nvSpPr>
        <p:spPr/>
        <p:txBody>
          <a:bodyPr/>
          <a:lstStyle/>
          <a:p>
            <a:r>
              <a:rPr lang="en-US" altLang="zh-TW" dirty="0" err="1"/>
              <a:t>HashCode</a:t>
            </a:r>
            <a:r>
              <a:rPr lang="en-US" altLang="zh-TW" dirty="0"/>
              <a:t> </a:t>
            </a:r>
            <a:r>
              <a:rPr lang="zh-TW" altLang="en-US" dirty="0"/>
              <a:t>工程師維護手冊</a:t>
            </a:r>
            <a:endParaRPr lang="en-US" dirty="0"/>
          </a:p>
        </p:txBody>
      </p:sp>
      <p:sp>
        <p:nvSpPr>
          <p:cNvPr id="5" name="文字方塊 4">
            <a:extLst>
              <a:ext uri="{FF2B5EF4-FFF2-40B4-BE49-F238E27FC236}">
                <a16:creationId xmlns:a16="http://schemas.microsoft.com/office/drawing/2014/main" id="{39725C8E-D7CE-E234-78E2-D52E1585A619}"/>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1 / 15</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304483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FD9FB-C66F-3E9D-BB7C-2DA266C1074E}"/>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B095A946-3ADA-C8C1-E7AF-1A570ED113D4}"/>
              </a:ext>
            </a:extLst>
          </p:cNvPr>
          <p:cNvSpPr>
            <a:spLocks noGrp="1"/>
          </p:cNvSpPr>
          <p:nvPr>
            <p:ph type="title"/>
          </p:nvPr>
        </p:nvSpPr>
        <p:spPr/>
        <p:txBody>
          <a:bodyPr/>
          <a:lstStyle/>
          <a:p>
            <a:endParaRPr lang="de-DE" dirty="0"/>
          </a:p>
        </p:txBody>
      </p:sp>
      <p:sp>
        <p:nvSpPr>
          <p:cNvPr id="2" name="文字方塊 1">
            <a:extLst>
              <a:ext uri="{FF2B5EF4-FFF2-40B4-BE49-F238E27FC236}">
                <a16:creationId xmlns:a16="http://schemas.microsoft.com/office/drawing/2014/main" id="{D816A816-D71E-14F9-DDFF-A91A1B74D43E}"/>
              </a:ext>
            </a:extLst>
          </p:cNvPr>
          <p:cNvSpPr txBox="1"/>
          <p:nvPr/>
        </p:nvSpPr>
        <p:spPr>
          <a:xfrm>
            <a:off x="914400" y="1587500"/>
            <a:ext cx="13335000" cy="584775"/>
          </a:xfrm>
          <a:prstGeom prst="rect">
            <a:avLst/>
          </a:prstGeom>
          <a:noFill/>
        </p:spPr>
        <p:txBody>
          <a:bodyPr vert="horz" wrap="square" lIns="101600" tIns="76200" rIns="101600" bIns="76200" rtlCol="0">
            <a:spAutoFit/>
          </a:bodyPr>
          <a:lstStyle/>
          <a:p>
            <a:r>
              <a:rPr lang="zh-TW" altLang="en-US" sz="2800" b="1">
                <a:solidFill>
                  <a:srgbClr val="202020"/>
                </a:solidFill>
                <a:latin typeface="Microsoft JhengHei UI" panose="020B0604030504040204" pitchFamily="34" charset="-120"/>
              </a:rPr>
              <a:t>系統定位</a:t>
            </a:r>
          </a:p>
        </p:txBody>
      </p:sp>
      <p:sp>
        <p:nvSpPr>
          <p:cNvPr id="3" name="文字方塊 2">
            <a:extLst>
              <a:ext uri="{FF2B5EF4-FFF2-40B4-BE49-F238E27FC236}">
                <a16:creationId xmlns:a16="http://schemas.microsoft.com/office/drawing/2014/main" id="{8F42F6C5-138C-EC65-4C10-FC1F20883218}"/>
              </a:ext>
            </a:extLst>
          </p:cNvPr>
          <p:cNvSpPr txBox="1"/>
          <p:nvPr/>
        </p:nvSpPr>
        <p:spPr>
          <a:xfrm>
            <a:off x="1041400" y="2667000"/>
            <a:ext cx="13462000" cy="1282402"/>
          </a:xfrm>
          <a:prstGeom prst="rect">
            <a:avLst/>
          </a:prstGeom>
          <a:noFill/>
        </p:spPr>
        <p:txBody>
          <a:bodyPr vert="horz" wrap="square" lIns="101600" tIns="76200" rIns="101600" bIns="76200" rtlCol="0">
            <a:spAutoFit/>
          </a:bodyPr>
          <a:lstStyle/>
          <a:p>
            <a:pPr>
              <a:spcAft>
                <a:spcPts val="800"/>
              </a:spcAft>
            </a:pPr>
            <a:r>
              <a:rPr lang="en-US" altLang="zh-TW" sz="2000">
                <a:solidFill>
                  <a:srgbClr val="202020"/>
                </a:solidFill>
                <a:latin typeface="Microsoft JhengHei UI" panose="020B0604030504040204" pitchFamily="34" charset="-120"/>
              </a:rPr>
              <a:t>• HashCode </a:t>
            </a:r>
            <a:r>
              <a:rPr lang="zh-TW" altLang="en-US" sz="2000">
                <a:solidFill>
                  <a:srgbClr val="202020"/>
                </a:solidFill>
                <a:latin typeface="Microsoft JhengHei UI" panose="020B0604030504040204" pitchFamily="34" charset="-120"/>
              </a:rPr>
              <a:t>是一支 </a:t>
            </a:r>
            <a:r>
              <a:rPr lang="en-US" altLang="zh-TW" sz="2000">
                <a:solidFill>
                  <a:srgbClr val="202020"/>
                </a:solidFill>
                <a:latin typeface="Microsoft JhengHei UI" panose="020B0604030504040204" pitchFamily="34" charset="-120"/>
              </a:rPr>
              <a:t>Windows WinForms </a:t>
            </a:r>
            <a:r>
              <a:rPr lang="zh-TW" altLang="en-US" sz="2000">
                <a:solidFill>
                  <a:srgbClr val="202020"/>
                </a:solidFill>
                <a:latin typeface="Microsoft JhengHei UI" panose="020B0604030504040204" pitchFamily="34" charset="-120"/>
              </a:rPr>
              <a:t>工具，用來檢查 </a:t>
            </a:r>
            <a:r>
              <a:rPr lang="en-US" altLang="zh-TW" sz="2000">
                <a:solidFill>
                  <a:srgbClr val="202020"/>
                </a:solidFill>
                <a:latin typeface="Microsoft JhengHei UI" panose="020B0604030504040204" pitchFamily="34" charset="-120"/>
              </a:rPr>
              <a:t>.tpzip </a:t>
            </a:r>
            <a:r>
              <a:rPr lang="zh-TW" altLang="en-US" sz="2000">
                <a:solidFill>
                  <a:srgbClr val="202020"/>
                </a:solidFill>
                <a:latin typeface="Microsoft JhengHei UI" panose="020B0604030504040204" pitchFamily="34" charset="-120"/>
              </a:rPr>
              <a:t>內部檔案一致性。</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核心原則：忽略最外層 </a:t>
            </a:r>
            <a:r>
              <a:rPr lang="en-US" altLang="zh-TW" sz="2000">
                <a:solidFill>
                  <a:srgbClr val="202020"/>
                </a:solidFill>
                <a:latin typeface="Microsoft JhengHei UI" panose="020B0604030504040204" pitchFamily="34" charset="-120"/>
              </a:rPr>
              <a:t>.tpzip </a:t>
            </a:r>
            <a:r>
              <a:rPr lang="zh-TW" altLang="en-US" sz="2000">
                <a:solidFill>
                  <a:srgbClr val="202020"/>
                </a:solidFill>
                <a:latin typeface="Microsoft JhengHei UI" panose="020B0604030504040204" pitchFamily="34" charset="-120"/>
              </a:rPr>
              <a:t>時間戳影響，改比對內部檔案 </a:t>
            </a:r>
            <a:r>
              <a:rPr lang="en-US" altLang="zh-TW" sz="2000">
                <a:solidFill>
                  <a:srgbClr val="202020"/>
                </a:solidFill>
                <a:latin typeface="Microsoft JhengHei UI" panose="020B0604030504040204" pitchFamily="34" charset="-120"/>
              </a:rPr>
              <a:t>MD5</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專案不依賴外部 </a:t>
            </a:r>
            <a:r>
              <a:rPr lang="en-US" altLang="zh-TW" sz="2000">
                <a:solidFill>
                  <a:srgbClr val="202020"/>
                </a:solidFill>
                <a:latin typeface="Microsoft JhengHei UI" panose="020B0604030504040204" pitchFamily="34" charset="-120"/>
              </a:rPr>
              <a:t>NuGet </a:t>
            </a:r>
            <a:r>
              <a:rPr lang="zh-TW" altLang="en-US" sz="2000">
                <a:solidFill>
                  <a:srgbClr val="202020"/>
                </a:solidFill>
                <a:latin typeface="Microsoft JhengHei UI" panose="020B0604030504040204" pitchFamily="34" charset="-120"/>
              </a:rPr>
              <a:t>套件，降低部署到工程機或現場電腦的風險。</a:t>
            </a:r>
          </a:p>
        </p:txBody>
      </p:sp>
      <p:sp>
        <p:nvSpPr>
          <p:cNvPr id="4" name="文字方塊 3">
            <a:extLst>
              <a:ext uri="{FF2B5EF4-FFF2-40B4-BE49-F238E27FC236}">
                <a16:creationId xmlns:a16="http://schemas.microsoft.com/office/drawing/2014/main" id="{D6559109-A9E7-E977-8B60-6B258360AB5D}"/>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2 / 15</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3078239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DAD42-A65B-4F89-7C47-E1761F9E8F21}"/>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812B6F25-6B0C-1357-E9A1-5576B63DC01C}"/>
              </a:ext>
            </a:extLst>
          </p:cNvPr>
          <p:cNvSpPr>
            <a:spLocks noGrp="1"/>
          </p:cNvSpPr>
          <p:nvPr>
            <p:ph type="title"/>
          </p:nvPr>
        </p:nvSpPr>
        <p:spPr/>
        <p:txBody>
          <a:bodyPr/>
          <a:lstStyle/>
          <a:p>
            <a:endParaRPr lang="de-DE"/>
          </a:p>
        </p:txBody>
      </p:sp>
      <p:sp>
        <p:nvSpPr>
          <p:cNvPr id="2" name="文字方塊 1">
            <a:extLst>
              <a:ext uri="{FF2B5EF4-FFF2-40B4-BE49-F238E27FC236}">
                <a16:creationId xmlns:a16="http://schemas.microsoft.com/office/drawing/2014/main" id="{9105A8A8-B737-9E51-D5EC-B184FF1D3606}"/>
              </a:ext>
            </a:extLst>
          </p:cNvPr>
          <p:cNvSpPr txBox="1"/>
          <p:nvPr/>
        </p:nvSpPr>
        <p:spPr>
          <a:xfrm>
            <a:off x="914400" y="1587500"/>
            <a:ext cx="13335000" cy="615553"/>
          </a:xfrm>
          <a:prstGeom prst="rect">
            <a:avLst/>
          </a:prstGeom>
          <a:noFill/>
        </p:spPr>
        <p:txBody>
          <a:bodyPr vert="horz" wrap="square" lIns="101600" tIns="76200" rIns="101600" bIns="76200" rtlCol="0">
            <a:spAutoFit/>
          </a:bodyPr>
          <a:lstStyle/>
          <a:p>
            <a:r>
              <a:rPr lang="zh-TW" altLang="en-US" sz="3000" b="1">
                <a:solidFill>
                  <a:srgbClr val="202020"/>
                </a:solidFill>
                <a:latin typeface="Microsoft JhengHei UI" panose="020B0604030504040204" pitchFamily="34" charset="-120"/>
              </a:rPr>
              <a:t>目錄</a:t>
            </a:r>
          </a:p>
        </p:txBody>
      </p:sp>
      <p:sp>
        <p:nvSpPr>
          <p:cNvPr id="3" name="文字方塊 2">
            <a:extLst>
              <a:ext uri="{FF2B5EF4-FFF2-40B4-BE49-F238E27FC236}">
                <a16:creationId xmlns:a16="http://schemas.microsoft.com/office/drawing/2014/main" id="{15B8FEF4-F381-1D7E-6704-BF3B0D2B7CF1}"/>
              </a:ext>
            </a:extLst>
          </p:cNvPr>
          <p:cNvSpPr txBox="1"/>
          <p:nvPr/>
        </p:nvSpPr>
        <p:spPr>
          <a:xfrm>
            <a:off x="1041400" y="2667000"/>
            <a:ext cx="13462000" cy="2103140"/>
          </a:xfrm>
          <a:prstGeom prst="rect">
            <a:avLst/>
          </a:prstGeom>
          <a:noFill/>
        </p:spPr>
        <p:txBody>
          <a:bodyPr vert="horz" wrap="square" lIns="101600" tIns="76200" rIns="101600" bIns="76200" rtlCol="0">
            <a:spAutoFit/>
          </a:bodyPr>
          <a:lstStyle/>
          <a:p>
            <a:pPr>
              <a:spcAft>
                <a:spcPts val="800"/>
              </a:spcAft>
            </a:pPr>
            <a:r>
              <a:rPr lang="en-US" altLang="zh-TW" sz="2000">
                <a:solidFill>
                  <a:srgbClr val="202020"/>
                </a:solidFill>
                <a:latin typeface="Microsoft JhengHei UI" panose="020B0604030504040204" pitchFamily="34" charset="-120"/>
              </a:rPr>
              <a:t>1. </a:t>
            </a:r>
            <a:r>
              <a:rPr lang="zh-TW" altLang="en-US" sz="2000">
                <a:solidFill>
                  <a:srgbClr val="202020"/>
                </a:solidFill>
                <a:latin typeface="Microsoft JhengHei UI" panose="020B0604030504040204" pitchFamily="34" charset="-120"/>
              </a:rPr>
              <a:t>專案檔案結構</a:t>
            </a:r>
          </a:p>
          <a:p>
            <a:pPr>
              <a:spcAft>
                <a:spcPts val="800"/>
              </a:spcAft>
            </a:pPr>
            <a:r>
              <a:rPr lang="en-US" altLang="zh-TW" sz="2000">
                <a:solidFill>
                  <a:srgbClr val="202020"/>
                </a:solidFill>
                <a:latin typeface="Microsoft JhengHei UI" panose="020B0604030504040204" pitchFamily="34" charset="-120"/>
              </a:rPr>
              <a:t>2. UI </a:t>
            </a:r>
            <a:r>
              <a:rPr lang="zh-TW" altLang="en-US" sz="2000">
                <a:solidFill>
                  <a:srgbClr val="202020"/>
                </a:solidFill>
                <a:latin typeface="Microsoft JhengHei UI" panose="020B0604030504040204" pitchFamily="34" charset="-120"/>
              </a:rPr>
              <a:t>與設定保存流程</a:t>
            </a:r>
          </a:p>
          <a:p>
            <a:pPr>
              <a:spcAft>
                <a:spcPts val="800"/>
              </a:spcAft>
            </a:pPr>
            <a:r>
              <a:rPr lang="en-US" altLang="zh-TW" sz="2000">
                <a:solidFill>
                  <a:srgbClr val="202020"/>
                </a:solidFill>
                <a:latin typeface="Microsoft JhengHei UI" panose="020B0604030504040204" pitchFamily="34" charset="-120"/>
              </a:rPr>
              <a:t>3. Hash </a:t>
            </a:r>
            <a:r>
              <a:rPr lang="zh-TW" altLang="en-US" sz="2000">
                <a:solidFill>
                  <a:srgbClr val="202020"/>
                </a:solidFill>
                <a:latin typeface="Microsoft JhengHei UI" panose="020B0604030504040204" pitchFamily="34" charset="-120"/>
              </a:rPr>
              <a:t>比對核心邏輯</a:t>
            </a:r>
          </a:p>
          <a:p>
            <a:pPr>
              <a:spcAft>
                <a:spcPts val="800"/>
              </a:spcAft>
            </a:pPr>
            <a:r>
              <a:rPr lang="en-US" altLang="zh-TW" sz="2000">
                <a:solidFill>
                  <a:srgbClr val="202020"/>
                </a:solidFill>
                <a:latin typeface="Microsoft JhengHei UI" panose="020B0604030504040204" pitchFamily="34" charset="-120"/>
              </a:rPr>
              <a:t>4. Log </a:t>
            </a:r>
            <a:r>
              <a:rPr lang="zh-TW" altLang="en-US" sz="2000">
                <a:solidFill>
                  <a:srgbClr val="202020"/>
                </a:solidFill>
                <a:latin typeface="Microsoft JhengHei UI" panose="020B0604030504040204" pitchFamily="34" charset="-120"/>
              </a:rPr>
              <a:t>輸出與欄位格式</a:t>
            </a:r>
          </a:p>
          <a:p>
            <a:pPr>
              <a:spcAft>
                <a:spcPts val="800"/>
              </a:spcAft>
            </a:pPr>
            <a:r>
              <a:rPr lang="en-US" altLang="zh-TW" sz="2000">
                <a:solidFill>
                  <a:srgbClr val="202020"/>
                </a:solidFill>
                <a:latin typeface="Microsoft JhengHei UI" panose="020B0604030504040204" pitchFamily="34" charset="-120"/>
              </a:rPr>
              <a:t>5. </a:t>
            </a:r>
            <a:r>
              <a:rPr lang="zh-TW" altLang="en-US" sz="2000">
                <a:solidFill>
                  <a:srgbClr val="202020"/>
                </a:solidFill>
                <a:latin typeface="Microsoft JhengHei UI" panose="020B0604030504040204" pitchFamily="34" charset="-120"/>
              </a:rPr>
              <a:t>常見修改位置與驗證方式</a:t>
            </a:r>
          </a:p>
        </p:txBody>
      </p:sp>
      <p:sp>
        <p:nvSpPr>
          <p:cNvPr id="6" name="文字方塊 5">
            <a:extLst>
              <a:ext uri="{FF2B5EF4-FFF2-40B4-BE49-F238E27FC236}">
                <a16:creationId xmlns:a16="http://schemas.microsoft.com/office/drawing/2014/main" id="{ACA65EB9-CD0B-75EE-7EC0-FF06D3199BEF}"/>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3 / 15</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1078428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87F82-9E4D-9AC1-47D8-B363E15E24C1}"/>
            </a:ext>
          </a:extLst>
        </p:cNvPr>
        <p:cNvGrpSpPr/>
        <p:nvPr/>
      </p:nvGrpSpPr>
      <p:grpSpPr>
        <a:xfrm>
          <a:off x="0" y="0"/>
          <a:ext cx="0" cy="0"/>
          <a:chOff x="0" y="0"/>
          <a:chExt cx="0" cy="0"/>
        </a:xfrm>
      </p:grpSpPr>
      <p:sp>
        <p:nvSpPr>
          <p:cNvPr id="8" name="Subtitle 7">
            <a:extLst>
              <a:ext uri="{FF2B5EF4-FFF2-40B4-BE49-F238E27FC236}">
                <a16:creationId xmlns:a16="http://schemas.microsoft.com/office/drawing/2014/main" id="{E978D969-E9D4-D0C8-1654-F801ED59839B}"/>
              </a:ext>
            </a:extLst>
          </p:cNvPr>
          <p:cNvSpPr>
            <a:spLocks noGrp="1"/>
          </p:cNvSpPr>
          <p:nvPr>
            <p:ph type="subTitle" idx="1"/>
          </p:nvPr>
        </p:nvSpPr>
        <p:spPr/>
        <p:txBody>
          <a:bodyPr/>
          <a:lstStyle/>
          <a:p>
            <a:endParaRPr lang="en-US"/>
          </a:p>
        </p:txBody>
      </p:sp>
      <p:sp>
        <p:nvSpPr>
          <p:cNvPr id="7" name="Title 6">
            <a:extLst>
              <a:ext uri="{FF2B5EF4-FFF2-40B4-BE49-F238E27FC236}">
                <a16:creationId xmlns:a16="http://schemas.microsoft.com/office/drawing/2014/main" id="{7B3E6579-DA46-39F2-C228-609B1E30FEFB}"/>
              </a:ext>
            </a:extLst>
          </p:cNvPr>
          <p:cNvSpPr>
            <a:spLocks noGrp="1"/>
          </p:cNvSpPr>
          <p:nvPr>
            <p:ph type="title"/>
          </p:nvPr>
        </p:nvSpPr>
        <p:spPr>
          <a:xfrm>
            <a:off x="0" y="1893755"/>
            <a:ext cx="6096000" cy="629367"/>
          </a:xfrm>
        </p:spPr>
        <p:txBody>
          <a:bodyPr/>
          <a:lstStyle/>
          <a:p>
            <a:endParaRPr lang="en-US"/>
          </a:p>
        </p:txBody>
      </p:sp>
      <p:sp>
        <p:nvSpPr>
          <p:cNvPr id="9" name="Picture Placeholder 8">
            <a:extLst>
              <a:ext uri="{FF2B5EF4-FFF2-40B4-BE49-F238E27FC236}">
                <a16:creationId xmlns:a16="http://schemas.microsoft.com/office/drawing/2014/main" id="{E421B5A1-B226-0905-1432-4F6E4A1EF78D}"/>
              </a:ext>
            </a:extLst>
          </p:cNvPr>
          <p:cNvSpPr>
            <a:spLocks noGrp="1"/>
          </p:cNvSpPr>
          <p:nvPr>
            <p:ph type="pic" sz="quarter" idx="12"/>
          </p:nvPr>
        </p:nvSpPr>
        <p:spPr/>
        <p:txBody>
          <a:bodyPr/>
          <a:lstStyle/>
          <a:p>
            <a:endParaRPr lang="en-US"/>
          </a:p>
        </p:txBody>
      </p:sp>
      <p:sp>
        <p:nvSpPr>
          <p:cNvPr id="2" name="文字方塊 1">
            <a:extLst>
              <a:ext uri="{FF2B5EF4-FFF2-40B4-BE49-F238E27FC236}">
                <a16:creationId xmlns:a16="http://schemas.microsoft.com/office/drawing/2014/main" id="{7F845708-1084-CA45-5EA8-44075A487C92}"/>
              </a:ext>
            </a:extLst>
          </p:cNvPr>
          <p:cNvSpPr txBox="1"/>
          <p:nvPr/>
        </p:nvSpPr>
        <p:spPr>
          <a:xfrm>
            <a:off x="990600" y="3619500"/>
            <a:ext cx="13462000" cy="677108"/>
          </a:xfrm>
          <a:prstGeom prst="rect">
            <a:avLst/>
          </a:prstGeom>
          <a:noFill/>
        </p:spPr>
        <p:txBody>
          <a:bodyPr vert="horz" wrap="square" lIns="101600" tIns="76200" rIns="101600" bIns="76200" rtlCol="0">
            <a:spAutoFit/>
          </a:bodyPr>
          <a:lstStyle/>
          <a:p>
            <a:r>
              <a:rPr lang="zh-TW" altLang="en-US" sz="3400" b="1">
                <a:solidFill>
                  <a:srgbClr val="202020"/>
                </a:solidFill>
                <a:latin typeface="Microsoft JhengHei UI" panose="020B0604030504040204" pitchFamily="34" charset="-120"/>
              </a:rPr>
              <a:t>專案架構</a:t>
            </a:r>
          </a:p>
        </p:txBody>
      </p:sp>
      <p:sp>
        <p:nvSpPr>
          <p:cNvPr id="3" name="文字方塊 2">
            <a:extLst>
              <a:ext uri="{FF2B5EF4-FFF2-40B4-BE49-F238E27FC236}">
                <a16:creationId xmlns:a16="http://schemas.microsoft.com/office/drawing/2014/main" id="{0DDD57EA-EC18-CCA7-DA1D-7BBD2DE8DF26}"/>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4 / 15</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542233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25D7F-94C9-59C0-3DCE-AB60B063A773}"/>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78D7CC70-8574-F4FA-DC08-08D06A3C32BF}"/>
              </a:ext>
            </a:extLst>
          </p:cNvPr>
          <p:cNvSpPr>
            <a:spLocks noGrp="1"/>
          </p:cNvSpPr>
          <p:nvPr>
            <p:ph type="title"/>
          </p:nvPr>
        </p:nvSpPr>
        <p:spPr/>
        <p:txBody>
          <a:bodyPr/>
          <a:lstStyle/>
          <a:p>
            <a:endParaRPr lang="de-DE"/>
          </a:p>
        </p:txBody>
      </p:sp>
      <p:sp>
        <p:nvSpPr>
          <p:cNvPr id="2" name="文字方塊 1">
            <a:extLst>
              <a:ext uri="{FF2B5EF4-FFF2-40B4-BE49-F238E27FC236}">
                <a16:creationId xmlns:a16="http://schemas.microsoft.com/office/drawing/2014/main" id="{578F7D27-8EB1-C7F5-61DB-4302122126CE}"/>
              </a:ext>
            </a:extLst>
          </p:cNvPr>
          <p:cNvSpPr txBox="1"/>
          <p:nvPr/>
        </p:nvSpPr>
        <p:spPr>
          <a:xfrm>
            <a:off x="914400" y="1587500"/>
            <a:ext cx="13335000" cy="584775"/>
          </a:xfrm>
          <a:prstGeom prst="rect">
            <a:avLst/>
          </a:prstGeom>
          <a:noFill/>
        </p:spPr>
        <p:txBody>
          <a:bodyPr vert="horz" wrap="square" lIns="101600" tIns="76200" rIns="101600" bIns="76200" rtlCol="0">
            <a:spAutoFit/>
          </a:bodyPr>
          <a:lstStyle/>
          <a:p>
            <a:r>
              <a:rPr lang="zh-TW" altLang="en-US" sz="2800" b="1">
                <a:solidFill>
                  <a:srgbClr val="202020"/>
                </a:solidFill>
                <a:latin typeface="Microsoft JhengHei UI" panose="020B0604030504040204" pitchFamily="34" charset="-120"/>
              </a:rPr>
              <a:t>主要檔案</a:t>
            </a:r>
          </a:p>
        </p:txBody>
      </p:sp>
      <p:sp>
        <p:nvSpPr>
          <p:cNvPr id="3" name="文字方塊 2">
            <a:extLst>
              <a:ext uri="{FF2B5EF4-FFF2-40B4-BE49-F238E27FC236}">
                <a16:creationId xmlns:a16="http://schemas.microsoft.com/office/drawing/2014/main" id="{67F36832-12FE-A1ED-6570-6B8848533CE4}"/>
              </a:ext>
            </a:extLst>
          </p:cNvPr>
          <p:cNvSpPr txBox="1"/>
          <p:nvPr/>
        </p:nvSpPr>
        <p:spPr>
          <a:xfrm>
            <a:off x="1041400" y="2667000"/>
            <a:ext cx="13462000" cy="2103140"/>
          </a:xfrm>
          <a:prstGeom prst="rect">
            <a:avLst/>
          </a:prstGeom>
          <a:noFill/>
        </p:spPr>
        <p:txBody>
          <a:bodyPr vert="horz" wrap="square" lIns="101600" tIns="76200" rIns="101600" bIns="76200" rtlCol="0">
            <a:spAutoFit/>
          </a:bodyPr>
          <a:lstStyle/>
          <a:p>
            <a:pPr>
              <a:spcAft>
                <a:spcPts val="800"/>
              </a:spcAft>
            </a:pPr>
            <a:r>
              <a:rPr lang="en-US" altLang="zh-TW" sz="2000">
                <a:solidFill>
                  <a:srgbClr val="202020"/>
                </a:solidFill>
                <a:latin typeface="Microsoft JhengHei UI" panose="020B0604030504040204" pitchFamily="34" charset="-120"/>
              </a:rPr>
              <a:t>• Program.cs</a:t>
            </a:r>
            <a:r>
              <a:rPr lang="zh-TW" altLang="en-US" sz="2000">
                <a:solidFill>
                  <a:srgbClr val="202020"/>
                </a:solidFill>
                <a:latin typeface="Microsoft JhengHei UI" panose="020B0604030504040204" pitchFamily="34" charset="-120"/>
              </a:rPr>
              <a:t>：</a:t>
            </a:r>
            <a:r>
              <a:rPr lang="en-US" altLang="zh-TW" sz="2000">
                <a:solidFill>
                  <a:srgbClr val="202020"/>
                </a:solidFill>
                <a:latin typeface="Microsoft JhengHei UI" panose="020B0604030504040204" pitchFamily="34" charset="-120"/>
              </a:rPr>
              <a:t>WinForms </a:t>
            </a:r>
            <a:r>
              <a:rPr lang="zh-TW" altLang="en-US" sz="2000">
                <a:solidFill>
                  <a:srgbClr val="202020"/>
                </a:solidFill>
                <a:latin typeface="Microsoft JhengHei UI" panose="020B0604030504040204" pitchFamily="34" charset="-120"/>
              </a:rPr>
              <a:t>啟動入口，建立 </a:t>
            </a:r>
            <a:r>
              <a:rPr lang="en-US" altLang="zh-TW" sz="2000">
                <a:solidFill>
                  <a:srgbClr val="202020"/>
                </a:solidFill>
                <a:latin typeface="Microsoft JhengHei UI" panose="020B0604030504040204" pitchFamily="34" charset="-120"/>
              </a:rPr>
              <a:t>MainForm</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MainForm.cs</a:t>
            </a:r>
            <a:r>
              <a:rPr lang="zh-TW" altLang="en-US" sz="2000">
                <a:solidFill>
                  <a:srgbClr val="202020"/>
                </a:solidFill>
                <a:latin typeface="Microsoft JhengHei UI" panose="020B0604030504040204" pitchFamily="34" charset="-120"/>
              </a:rPr>
              <a:t>：所有 </a:t>
            </a:r>
            <a:r>
              <a:rPr lang="en-US" altLang="zh-TW" sz="2000">
                <a:solidFill>
                  <a:srgbClr val="202020"/>
                </a:solidFill>
                <a:latin typeface="Microsoft JhengHei UI" panose="020B0604030504040204" pitchFamily="34" charset="-120"/>
              </a:rPr>
              <a:t>UI </a:t>
            </a:r>
            <a:r>
              <a:rPr lang="zh-TW" altLang="en-US" sz="2000">
                <a:solidFill>
                  <a:srgbClr val="202020"/>
                </a:solidFill>
                <a:latin typeface="Microsoft JhengHei UI" panose="020B0604030504040204" pitchFamily="34" charset="-120"/>
              </a:rPr>
              <a:t>控制項、事件流程、設定載入</a:t>
            </a:r>
            <a:r>
              <a:rPr lang="en-US" altLang="zh-TW" sz="2000">
                <a:solidFill>
                  <a:srgbClr val="202020"/>
                </a:solidFill>
                <a:latin typeface="Microsoft JhengHei UI" panose="020B0604030504040204" pitchFamily="34" charset="-120"/>
              </a:rPr>
              <a:t>/</a:t>
            </a:r>
            <a:r>
              <a:rPr lang="zh-TW" altLang="en-US" sz="2000">
                <a:solidFill>
                  <a:srgbClr val="202020"/>
                </a:solidFill>
                <a:latin typeface="Microsoft JhengHei UI" panose="020B0604030504040204" pitchFamily="34" charset="-120"/>
              </a:rPr>
              <a:t>保存與結果顯示。</a:t>
            </a:r>
          </a:p>
          <a:p>
            <a:pPr>
              <a:spcAft>
                <a:spcPts val="800"/>
              </a:spcAft>
            </a:pPr>
            <a:r>
              <a:rPr lang="en-US" altLang="zh-TW" sz="2000">
                <a:solidFill>
                  <a:srgbClr val="202020"/>
                </a:solidFill>
                <a:latin typeface="Microsoft JhengHei UI" panose="020B0604030504040204" pitchFamily="34" charset="-120"/>
              </a:rPr>
              <a:t>• AppSettings.cs</a:t>
            </a:r>
            <a:r>
              <a:rPr lang="zh-TW" altLang="en-US" sz="2000">
                <a:solidFill>
                  <a:srgbClr val="202020"/>
                </a:solidFill>
                <a:latin typeface="Microsoft JhengHei UI" panose="020B0604030504040204" pitchFamily="34" charset="-120"/>
              </a:rPr>
              <a:t>：</a:t>
            </a:r>
            <a:r>
              <a:rPr lang="en-US" altLang="zh-TW" sz="2000">
                <a:solidFill>
                  <a:srgbClr val="202020"/>
                </a:solidFill>
                <a:latin typeface="Microsoft JhengHei UI" panose="020B0604030504040204" pitchFamily="34" charset="-120"/>
              </a:rPr>
              <a:t>appsettings.json </a:t>
            </a:r>
            <a:r>
              <a:rPr lang="zh-TW" altLang="en-US" sz="2000">
                <a:solidFill>
                  <a:srgbClr val="202020"/>
                </a:solidFill>
                <a:latin typeface="Microsoft JhengHei UI" panose="020B0604030504040204" pitchFamily="34" charset="-120"/>
              </a:rPr>
              <a:t>的資料模型與讀寫邏輯。</a:t>
            </a:r>
          </a:p>
          <a:p>
            <a:pPr>
              <a:spcAft>
                <a:spcPts val="800"/>
              </a:spcAft>
            </a:pPr>
            <a:r>
              <a:rPr lang="en-US" altLang="zh-TW" sz="2000">
                <a:solidFill>
                  <a:srgbClr val="202020"/>
                </a:solidFill>
                <a:latin typeface="Microsoft JhengHei UI" panose="020B0604030504040204" pitchFamily="34" charset="-120"/>
              </a:rPr>
              <a:t>• HashComparisonService.cs</a:t>
            </a:r>
            <a:r>
              <a:rPr lang="zh-TW" altLang="en-US" sz="2000">
                <a:solidFill>
                  <a:srgbClr val="202020"/>
                </a:solidFill>
                <a:latin typeface="Microsoft JhengHei UI" panose="020B0604030504040204" pitchFamily="34" charset="-120"/>
              </a:rPr>
              <a:t>：讀取 </a:t>
            </a:r>
            <a:r>
              <a:rPr lang="en-US" altLang="zh-TW" sz="2000">
                <a:solidFill>
                  <a:srgbClr val="202020"/>
                </a:solidFill>
                <a:latin typeface="Microsoft JhengHei UI" panose="020B0604030504040204" pitchFamily="34" charset="-120"/>
              </a:rPr>
              <a:t>.tpzip</a:t>
            </a:r>
            <a:r>
              <a:rPr lang="zh-TW" altLang="en-US" sz="2000">
                <a:solidFill>
                  <a:srgbClr val="202020"/>
                </a:solidFill>
                <a:latin typeface="Microsoft JhengHei UI" panose="020B0604030504040204" pitchFamily="34" charset="-120"/>
              </a:rPr>
              <a:t>、計算內部檔案 </a:t>
            </a:r>
            <a:r>
              <a:rPr lang="en-US" altLang="zh-TW" sz="2000">
                <a:solidFill>
                  <a:srgbClr val="202020"/>
                </a:solidFill>
                <a:latin typeface="Microsoft JhengHei UI" panose="020B0604030504040204" pitchFamily="34" charset="-120"/>
              </a:rPr>
              <a:t>MD5</a:t>
            </a:r>
            <a:r>
              <a:rPr lang="zh-TW" altLang="en-US" sz="2000">
                <a:solidFill>
                  <a:srgbClr val="202020"/>
                </a:solidFill>
                <a:latin typeface="Microsoft JhengHei UI" panose="020B0604030504040204" pitchFamily="34" charset="-120"/>
              </a:rPr>
              <a:t>、產生比較結果。</a:t>
            </a:r>
          </a:p>
          <a:p>
            <a:pPr>
              <a:spcAft>
                <a:spcPts val="800"/>
              </a:spcAft>
            </a:pPr>
            <a:r>
              <a:rPr lang="en-US" altLang="zh-TW" sz="2000">
                <a:solidFill>
                  <a:srgbClr val="202020"/>
                </a:solidFill>
                <a:latin typeface="Microsoft JhengHei UI" panose="020B0604030504040204" pitchFamily="34" charset="-120"/>
              </a:rPr>
              <a:t>• ComparisonLogService.cs</a:t>
            </a:r>
            <a:r>
              <a:rPr lang="zh-TW" altLang="en-US" sz="2000">
                <a:solidFill>
                  <a:srgbClr val="202020"/>
                </a:solidFill>
                <a:latin typeface="Microsoft JhengHei UI" panose="020B0604030504040204" pitchFamily="34" charset="-120"/>
              </a:rPr>
              <a:t>：每日 </a:t>
            </a:r>
            <a:r>
              <a:rPr lang="en-US" altLang="zh-TW" sz="2000">
                <a:solidFill>
                  <a:srgbClr val="202020"/>
                </a:solidFill>
                <a:latin typeface="Microsoft JhengHei UI" panose="020B0604030504040204" pitchFamily="34" charset="-120"/>
              </a:rPr>
              <a:t>CSV Log </a:t>
            </a:r>
            <a:r>
              <a:rPr lang="zh-TW" altLang="en-US" sz="2000">
                <a:solidFill>
                  <a:srgbClr val="202020"/>
                </a:solidFill>
                <a:latin typeface="Microsoft JhengHei UI" panose="020B0604030504040204" pitchFamily="34" charset="-120"/>
              </a:rPr>
              <a:t>追加寫入與表頭維護。</a:t>
            </a:r>
          </a:p>
        </p:txBody>
      </p:sp>
      <p:sp>
        <p:nvSpPr>
          <p:cNvPr id="4" name="文字方塊 3">
            <a:extLst>
              <a:ext uri="{FF2B5EF4-FFF2-40B4-BE49-F238E27FC236}">
                <a16:creationId xmlns:a16="http://schemas.microsoft.com/office/drawing/2014/main" id="{3D6558FE-E929-B7F5-E8B4-29A45DBC83A4}"/>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5 / 15</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3397301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50287-1FA2-DB88-789E-4E61701E3F5C}"/>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7ADBC94E-776F-06AB-4F0F-B73C2F44554D}"/>
              </a:ext>
            </a:extLst>
          </p:cNvPr>
          <p:cNvSpPr>
            <a:spLocks noGrp="1"/>
          </p:cNvSpPr>
          <p:nvPr>
            <p:ph type="title"/>
          </p:nvPr>
        </p:nvSpPr>
        <p:spPr/>
        <p:txBody>
          <a:bodyPr/>
          <a:lstStyle/>
          <a:p>
            <a:endParaRPr lang="de-DE"/>
          </a:p>
        </p:txBody>
      </p:sp>
      <p:sp>
        <p:nvSpPr>
          <p:cNvPr id="2" name="文字方塊 1">
            <a:extLst>
              <a:ext uri="{FF2B5EF4-FFF2-40B4-BE49-F238E27FC236}">
                <a16:creationId xmlns:a16="http://schemas.microsoft.com/office/drawing/2014/main" id="{D8F2DFB5-BD34-B900-1CE3-B7E73A71CB54}"/>
              </a:ext>
            </a:extLst>
          </p:cNvPr>
          <p:cNvSpPr txBox="1"/>
          <p:nvPr/>
        </p:nvSpPr>
        <p:spPr>
          <a:xfrm>
            <a:off x="914400" y="1587500"/>
            <a:ext cx="13335000" cy="584775"/>
          </a:xfrm>
          <a:prstGeom prst="rect">
            <a:avLst/>
          </a:prstGeom>
          <a:noFill/>
        </p:spPr>
        <p:txBody>
          <a:bodyPr vert="horz" wrap="square" lIns="101600" tIns="76200" rIns="101600" bIns="76200" rtlCol="0">
            <a:spAutoFit/>
          </a:bodyPr>
          <a:lstStyle/>
          <a:p>
            <a:r>
              <a:rPr lang="zh-TW" altLang="en-US" sz="2800" b="1">
                <a:solidFill>
                  <a:srgbClr val="202020"/>
                </a:solidFill>
                <a:latin typeface="Microsoft JhengHei UI" panose="020B0604030504040204" pitchFamily="34" charset="-120"/>
              </a:rPr>
              <a:t>設定保存流程</a:t>
            </a:r>
          </a:p>
        </p:txBody>
      </p:sp>
      <p:sp>
        <p:nvSpPr>
          <p:cNvPr id="3" name="文字方塊 2">
            <a:extLst>
              <a:ext uri="{FF2B5EF4-FFF2-40B4-BE49-F238E27FC236}">
                <a16:creationId xmlns:a16="http://schemas.microsoft.com/office/drawing/2014/main" id="{8C60F762-F42F-DE2D-06A0-32959788023C}"/>
              </a:ext>
            </a:extLst>
          </p:cNvPr>
          <p:cNvSpPr txBox="1"/>
          <p:nvPr/>
        </p:nvSpPr>
        <p:spPr>
          <a:xfrm>
            <a:off x="1041400" y="2667000"/>
            <a:ext cx="13462000" cy="1692771"/>
          </a:xfrm>
          <a:prstGeom prst="rect">
            <a:avLst/>
          </a:prstGeom>
          <a:noFill/>
        </p:spPr>
        <p:txBody>
          <a:bodyPr vert="horz" wrap="square" lIns="101600" tIns="76200" rIns="101600" bIns="76200" rtlCol="0">
            <a:spAutoFit/>
          </a:bodyPr>
          <a:lstStyle/>
          <a:p>
            <a:pPr>
              <a:spcAft>
                <a:spcPts val="800"/>
              </a:spcAft>
            </a:pPr>
            <a:r>
              <a:rPr lang="en-US" altLang="zh-TW" sz="2000">
                <a:solidFill>
                  <a:srgbClr val="202020"/>
                </a:solidFill>
                <a:latin typeface="Microsoft JhengHei UI" panose="020B0604030504040204" pitchFamily="34" charset="-120"/>
              </a:rPr>
              <a:t>• AppSettings.SettingsPath </a:t>
            </a:r>
            <a:r>
              <a:rPr lang="zh-TW" altLang="en-US" sz="2000">
                <a:solidFill>
                  <a:srgbClr val="202020"/>
                </a:solidFill>
                <a:latin typeface="Microsoft JhengHei UI" panose="020B0604030504040204" pitchFamily="34" charset="-120"/>
              </a:rPr>
              <a:t>使用 </a:t>
            </a:r>
            <a:r>
              <a:rPr lang="en-US" altLang="zh-TW" sz="2000">
                <a:solidFill>
                  <a:srgbClr val="202020"/>
                </a:solidFill>
                <a:latin typeface="Microsoft JhengHei UI" panose="020B0604030504040204" pitchFamily="34" charset="-120"/>
              </a:rPr>
              <a:t>AppContext.BaseDirectory </a:t>
            </a:r>
            <a:r>
              <a:rPr lang="zh-TW" altLang="en-US" sz="2000">
                <a:solidFill>
                  <a:srgbClr val="202020"/>
                </a:solidFill>
                <a:latin typeface="Microsoft JhengHei UI" panose="020B0604030504040204" pitchFamily="34" charset="-120"/>
              </a:rPr>
              <a:t>下的 </a:t>
            </a:r>
            <a:r>
              <a:rPr lang="en-US" altLang="zh-TW" sz="2000">
                <a:solidFill>
                  <a:srgbClr val="202020"/>
                </a:solidFill>
                <a:latin typeface="Microsoft JhengHei UI" panose="020B0604030504040204" pitchFamily="34" charset="-120"/>
              </a:rPr>
              <a:t>appsettings.json</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程式啟動時呼叫 </a:t>
            </a:r>
            <a:r>
              <a:rPr lang="en-US" altLang="zh-TW" sz="2000">
                <a:solidFill>
                  <a:srgbClr val="202020"/>
                </a:solidFill>
                <a:latin typeface="Microsoft JhengHei UI" panose="020B0604030504040204" pitchFamily="34" charset="-120"/>
              </a:rPr>
              <a:t>AppSettings.Load()</a:t>
            </a:r>
            <a:r>
              <a:rPr lang="zh-TW" altLang="en-US" sz="2000">
                <a:solidFill>
                  <a:srgbClr val="202020"/>
                </a:solidFill>
                <a:latin typeface="Microsoft JhengHei UI" panose="020B0604030504040204" pitchFamily="34" charset="-120"/>
              </a:rPr>
              <a:t>，若檔案不存在則使用預設值。</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按「儲存設定」、按「檢查」、或關閉視窗時會將 </a:t>
            </a:r>
            <a:r>
              <a:rPr lang="en-US" altLang="zh-TW" sz="2000">
                <a:solidFill>
                  <a:srgbClr val="202020"/>
                </a:solidFill>
                <a:latin typeface="Microsoft JhengHei UI" panose="020B0604030504040204" pitchFamily="34" charset="-120"/>
              </a:rPr>
              <a:t>UI </a:t>
            </a:r>
            <a:r>
              <a:rPr lang="zh-TW" altLang="en-US" sz="2000">
                <a:solidFill>
                  <a:srgbClr val="202020"/>
                </a:solidFill>
                <a:latin typeface="Microsoft JhengHei UI" panose="020B0604030504040204" pitchFamily="34" charset="-120"/>
              </a:rPr>
              <a:t>內容寫回設定檔。</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新增設定欄位時，建議提供安全預設值，以相容舊版 </a:t>
            </a:r>
            <a:r>
              <a:rPr lang="en-US" altLang="zh-TW" sz="2000">
                <a:solidFill>
                  <a:srgbClr val="202020"/>
                </a:solidFill>
                <a:latin typeface="Microsoft JhengHei UI" panose="020B0604030504040204" pitchFamily="34" charset="-120"/>
              </a:rPr>
              <a:t>appsettings.json</a:t>
            </a:r>
            <a:r>
              <a:rPr lang="zh-TW" altLang="en-US" sz="2000">
                <a:solidFill>
                  <a:srgbClr val="202020"/>
                </a:solidFill>
                <a:latin typeface="Microsoft JhengHei UI" panose="020B0604030504040204" pitchFamily="34" charset="-120"/>
              </a:rPr>
              <a:t>。</a:t>
            </a:r>
          </a:p>
        </p:txBody>
      </p:sp>
      <p:sp>
        <p:nvSpPr>
          <p:cNvPr id="4" name="文字方塊 3">
            <a:extLst>
              <a:ext uri="{FF2B5EF4-FFF2-40B4-BE49-F238E27FC236}">
                <a16:creationId xmlns:a16="http://schemas.microsoft.com/office/drawing/2014/main" id="{1A152E15-4E09-8792-E01E-9EE730A7DA33}"/>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6 / 15</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2393747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0EDA2-DBE8-6CC4-356B-646960800578}"/>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FD16E0A2-5F1C-6472-A76E-24FA634EDBE1}"/>
              </a:ext>
            </a:extLst>
          </p:cNvPr>
          <p:cNvSpPr>
            <a:spLocks noGrp="1"/>
          </p:cNvSpPr>
          <p:nvPr>
            <p:ph type="title"/>
          </p:nvPr>
        </p:nvSpPr>
        <p:spPr/>
        <p:txBody>
          <a:bodyPr/>
          <a:lstStyle/>
          <a:p>
            <a:endParaRPr lang="de-DE"/>
          </a:p>
        </p:txBody>
      </p:sp>
      <p:sp>
        <p:nvSpPr>
          <p:cNvPr id="2" name="文字方塊 1">
            <a:extLst>
              <a:ext uri="{FF2B5EF4-FFF2-40B4-BE49-F238E27FC236}">
                <a16:creationId xmlns:a16="http://schemas.microsoft.com/office/drawing/2014/main" id="{F8A6E270-EE77-D9A0-B2F1-861BC0905213}"/>
              </a:ext>
            </a:extLst>
          </p:cNvPr>
          <p:cNvSpPr txBox="1"/>
          <p:nvPr/>
        </p:nvSpPr>
        <p:spPr>
          <a:xfrm>
            <a:off x="914400" y="1587500"/>
            <a:ext cx="13335000" cy="584775"/>
          </a:xfrm>
          <a:prstGeom prst="rect">
            <a:avLst/>
          </a:prstGeom>
          <a:noFill/>
        </p:spPr>
        <p:txBody>
          <a:bodyPr vert="horz" wrap="square" lIns="101600" tIns="76200" rIns="101600" bIns="76200" rtlCol="0">
            <a:spAutoFit/>
          </a:bodyPr>
          <a:lstStyle/>
          <a:p>
            <a:r>
              <a:rPr lang="en-US" altLang="zh-TW" sz="2800" b="1">
                <a:solidFill>
                  <a:srgbClr val="202020"/>
                </a:solidFill>
                <a:latin typeface="Microsoft JhengHei UI" panose="020B0604030504040204" pitchFamily="34" charset="-120"/>
              </a:rPr>
              <a:t>UI </a:t>
            </a:r>
            <a:r>
              <a:rPr lang="zh-TW" altLang="en-US" sz="2800" b="1">
                <a:solidFill>
                  <a:srgbClr val="202020"/>
                </a:solidFill>
                <a:latin typeface="Microsoft JhengHei UI" panose="020B0604030504040204" pitchFamily="34" charset="-120"/>
              </a:rPr>
              <a:t>修改重點</a:t>
            </a:r>
          </a:p>
        </p:txBody>
      </p:sp>
      <p:sp>
        <p:nvSpPr>
          <p:cNvPr id="3" name="文字方塊 2">
            <a:extLst>
              <a:ext uri="{FF2B5EF4-FFF2-40B4-BE49-F238E27FC236}">
                <a16:creationId xmlns:a16="http://schemas.microsoft.com/office/drawing/2014/main" id="{3A2F9772-B377-6D79-B8FC-EABE7B3C4418}"/>
              </a:ext>
            </a:extLst>
          </p:cNvPr>
          <p:cNvSpPr txBox="1"/>
          <p:nvPr/>
        </p:nvSpPr>
        <p:spPr>
          <a:xfrm>
            <a:off x="1041400" y="2667000"/>
            <a:ext cx="13462000" cy="2103140"/>
          </a:xfrm>
          <a:prstGeom prst="rect">
            <a:avLst/>
          </a:prstGeom>
          <a:noFill/>
        </p:spPr>
        <p:txBody>
          <a:bodyPr vert="horz" wrap="square" lIns="101600" tIns="76200" rIns="101600" bIns="76200" rtlCol="0">
            <a:spAutoFit/>
          </a:bodyPr>
          <a:lstStyle/>
          <a:p>
            <a:pPr>
              <a:spcAft>
                <a:spcPts val="800"/>
              </a:spcAft>
            </a:pPr>
            <a:r>
              <a:rPr lang="en-US" altLang="zh-TW" sz="2000">
                <a:solidFill>
                  <a:srgbClr val="202020"/>
                </a:solidFill>
                <a:latin typeface="Microsoft JhengHei UI" panose="020B0604030504040204" pitchFamily="34" charset="-120"/>
              </a:rPr>
              <a:t>• MainForm.BuildSettingsPanel()</a:t>
            </a:r>
            <a:r>
              <a:rPr lang="zh-TW" altLang="en-US" sz="2000">
                <a:solidFill>
                  <a:srgbClr val="202020"/>
                </a:solidFill>
                <a:latin typeface="Microsoft JhengHei UI" panose="020B0604030504040204" pitchFamily="34" charset="-120"/>
              </a:rPr>
              <a:t>：左側設定區控制項。</a:t>
            </a:r>
          </a:p>
          <a:p>
            <a:pPr>
              <a:spcAft>
                <a:spcPts val="800"/>
              </a:spcAft>
            </a:pPr>
            <a:r>
              <a:rPr lang="en-US" altLang="zh-TW" sz="2000">
                <a:solidFill>
                  <a:srgbClr val="202020"/>
                </a:solidFill>
                <a:latin typeface="Microsoft JhengHei UI" panose="020B0604030504040204" pitchFamily="34" charset="-120"/>
              </a:rPr>
              <a:t>• MainForm.BuildResultPanel()</a:t>
            </a:r>
            <a:r>
              <a:rPr lang="zh-TW" altLang="en-US" sz="2000">
                <a:solidFill>
                  <a:srgbClr val="202020"/>
                </a:solidFill>
                <a:latin typeface="Microsoft JhengHei UI" panose="020B0604030504040204" pitchFamily="34" charset="-120"/>
              </a:rPr>
              <a:t>：右側結果表格與摘要區。</a:t>
            </a:r>
          </a:p>
          <a:p>
            <a:pPr>
              <a:spcAft>
                <a:spcPts val="800"/>
              </a:spcAft>
            </a:pPr>
            <a:r>
              <a:rPr lang="en-US" altLang="zh-TW" sz="2000">
                <a:solidFill>
                  <a:srgbClr val="202020"/>
                </a:solidFill>
                <a:latin typeface="Microsoft JhengHei UI" panose="020B0604030504040204" pitchFamily="34" charset="-120"/>
              </a:rPr>
              <a:t>• LoadSettingsToUi()</a:t>
            </a:r>
            <a:r>
              <a:rPr lang="zh-TW" altLang="en-US" sz="2000">
                <a:solidFill>
                  <a:srgbClr val="202020"/>
                </a:solidFill>
                <a:latin typeface="Microsoft JhengHei UI" panose="020B0604030504040204" pitchFamily="34" charset="-120"/>
              </a:rPr>
              <a:t>：設定檔載入到畫面。</a:t>
            </a:r>
          </a:p>
          <a:p>
            <a:pPr>
              <a:spcAft>
                <a:spcPts val="800"/>
              </a:spcAft>
            </a:pPr>
            <a:r>
              <a:rPr lang="en-US" altLang="zh-TW" sz="2000">
                <a:solidFill>
                  <a:srgbClr val="202020"/>
                </a:solidFill>
                <a:latin typeface="Microsoft JhengHei UI" panose="020B0604030504040204" pitchFamily="34" charset="-120"/>
              </a:rPr>
              <a:t>• ApplyUiToSettings()</a:t>
            </a:r>
            <a:r>
              <a:rPr lang="zh-TW" altLang="en-US" sz="2000">
                <a:solidFill>
                  <a:srgbClr val="202020"/>
                </a:solidFill>
                <a:latin typeface="Microsoft JhengHei UI" panose="020B0604030504040204" pitchFamily="34" charset="-120"/>
              </a:rPr>
              <a:t>：畫面值寫回設定模型。</a:t>
            </a:r>
          </a:p>
          <a:p>
            <a:pPr>
              <a:spcAft>
                <a:spcPts val="800"/>
              </a:spcAft>
            </a:pPr>
            <a:r>
              <a:rPr lang="en-US" altLang="zh-TW" sz="2000">
                <a:solidFill>
                  <a:srgbClr val="202020"/>
                </a:solidFill>
                <a:latin typeface="Microsoft JhengHei UI" panose="020B0604030504040204" pitchFamily="34" charset="-120"/>
              </a:rPr>
              <a:t>• RunComparison()</a:t>
            </a:r>
            <a:r>
              <a:rPr lang="zh-TW" altLang="en-US" sz="2000">
                <a:solidFill>
                  <a:srgbClr val="202020"/>
                </a:solidFill>
                <a:latin typeface="Microsoft JhengHei UI" panose="020B0604030504040204" pitchFamily="34" charset="-120"/>
              </a:rPr>
              <a:t>：按下「檢查」後的主要流程。</a:t>
            </a:r>
          </a:p>
        </p:txBody>
      </p:sp>
      <p:sp>
        <p:nvSpPr>
          <p:cNvPr id="4" name="文字方塊 3">
            <a:extLst>
              <a:ext uri="{FF2B5EF4-FFF2-40B4-BE49-F238E27FC236}">
                <a16:creationId xmlns:a16="http://schemas.microsoft.com/office/drawing/2014/main" id="{1074868B-2B53-C93E-4F98-BDA629744200}"/>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7 / 15</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4196405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43F7A-426C-18FC-3E77-EEB1AAF3332D}"/>
            </a:ext>
          </a:extLst>
        </p:cNvPr>
        <p:cNvGrpSpPr/>
        <p:nvPr/>
      </p:nvGrpSpPr>
      <p:grpSpPr>
        <a:xfrm>
          <a:off x="0" y="0"/>
          <a:ext cx="0" cy="0"/>
          <a:chOff x="0" y="0"/>
          <a:chExt cx="0" cy="0"/>
        </a:xfrm>
      </p:grpSpPr>
      <p:sp>
        <p:nvSpPr>
          <p:cNvPr id="8" name="Subtitle 7">
            <a:extLst>
              <a:ext uri="{FF2B5EF4-FFF2-40B4-BE49-F238E27FC236}">
                <a16:creationId xmlns:a16="http://schemas.microsoft.com/office/drawing/2014/main" id="{5BBC5E27-5128-29E5-8273-5FD891404535}"/>
              </a:ext>
            </a:extLst>
          </p:cNvPr>
          <p:cNvSpPr>
            <a:spLocks noGrp="1"/>
          </p:cNvSpPr>
          <p:nvPr>
            <p:ph type="subTitle" idx="1"/>
          </p:nvPr>
        </p:nvSpPr>
        <p:spPr/>
        <p:txBody>
          <a:bodyPr/>
          <a:lstStyle/>
          <a:p>
            <a:endParaRPr lang="en-US"/>
          </a:p>
        </p:txBody>
      </p:sp>
      <p:sp>
        <p:nvSpPr>
          <p:cNvPr id="7" name="Title 6">
            <a:extLst>
              <a:ext uri="{FF2B5EF4-FFF2-40B4-BE49-F238E27FC236}">
                <a16:creationId xmlns:a16="http://schemas.microsoft.com/office/drawing/2014/main" id="{CEBFA97E-A760-00F9-56C0-DAF8FB28CFA1}"/>
              </a:ext>
            </a:extLst>
          </p:cNvPr>
          <p:cNvSpPr>
            <a:spLocks noGrp="1"/>
          </p:cNvSpPr>
          <p:nvPr>
            <p:ph type="title"/>
          </p:nvPr>
        </p:nvSpPr>
        <p:spPr>
          <a:xfrm>
            <a:off x="0" y="1893755"/>
            <a:ext cx="6096000" cy="629367"/>
          </a:xfrm>
        </p:spPr>
        <p:txBody>
          <a:bodyPr/>
          <a:lstStyle/>
          <a:p>
            <a:endParaRPr lang="en-US"/>
          </a:p>
        </p:txBody>
      </p:sp>
      <p:sp>
        <p:nvSpPr>
          <p:cNvPr id="9" name="Picture Placeholder 8">
            <a:extLst>
              <a:ext uri="{FF2B5EF4-FFF2-40B4-BE49-F238E27FC236}">
                <a16:creationId xmlns:a16="http://schemas.microsoft.com/office/drawing/2014/main" id="{5231094B-FAE2-852E-CA9A-BD90801300BD}"/>
              </a:ext>
            </a:extLst>
          </p:cNvPr>
          <p:cNvSpPr>
            <a:spLocks noGrp="1"/>
          </p:cNvSpPr>
          <p:nvPr>
            <p:ph type="pic" sz="quarter" idx="12"/>
          </p:nvPr>
        </p:nvSpPr>
        <p:spPr/>
        <p:txBody>
          <a:bodyPr/>
          <a:lstStyle/>
          <a:p>
            <a:endParaRPr lang="en-US"/>
          </a:p>
        </p:txBody>
      </p:sp>
      <p:sp>
        <p:nvSpPr>
          <p:cNvPr id="2" name="文字方塊 1">
            <a:extLst>
              <a:ext uri="{FF2B5EF4-FFF2-40B4-BE49-F238E27FC236}">
                <a16:creationId xmlns:a16="http://schemas.microsoft.com/office/drawing/2014/main" id="{06795BC0-CD89-7613-7C62-0D9729AD8A08}"/>
              </a:ext>
            </a:extLst>
          </p:cNvPr>
          <p:cNvSpPr txBox="1"/>
          <p:nvPr/>
        </p:nvSpPr>
        <p:spPr>
          <a:xfrm>
            <a:off x="990600" y="3619500"/>
            <a:ext cx="13462000" cy="677108"/>
          </a:xfrm>
          <a:prstGeom prst="rect">
            <a:avLst/>
          </a:prstGeom>
          <a:noFill/>
        </p:spPr>
        <p:txBody>
          <a:bodyPr vert="horz" wrap="square" lIns="101600" tIns="76200" rIns="101600" bIns="76200" rtlCol="0">
            <a:spAutoFit/>
          </a:bodyPr>
          <a:lstStyle/>
          <a:p>
            <a:r>
              <a:rPr lang="zh-TW" altLang="en-US" sz="3400" b="1">
                <a:solidFill>
                  <a:srgbClr val="202020"/>
                </a:solidFill>
                <a:latin typeface="Microsoft JhengHei UI" panose="020B0604030504040204" pitchFamily="34" charset="-120"/>
              </a:rPr>
              <a:t>比對核心</a:t>
            </a:r>
          </a:p>
        </p:txBody>
      </p:sp>
      <p:sp>
        <p:nvSpPr>
          <p:cNvPr id="3" name="文字方塊 2">
            <a:extLst>
              <a:ext uri="{FF2B5EF4-FFF2-40B4-BE49-F238E27FC236}">
                <a16:creationId xmlns:a16="http://schemas.microsoft.com/office/drawing/2014/main" id="{22C2F622-27EE-5DF9-9F02-08472204332D}"/>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8 / 15</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4245608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85766-86F9-E418-FDBA-FFDB9EF6000C}"/>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4AC57CCC-6FD6-BACE-67BE-655E3229E22C}"/>
              </a:ext>
            </a:extLst>
          </p:cNvPr>
          <p:cNvSpPr>
            <a:spLocks noGrp="1"/>
          </p:cNvSpPr>
          <p:nvPr>
            <p:ph type="title"/>
          </p:nvPr>
        </p:nvSpPr>
        <p:spPr/>
        <p:txBody>
          <a:bodyPr/>
          <a:lstStyle/>
          <a:p>
            <a:endParaRPr lang="de-DE"/>
          </a:p>
        </p:txBody>
      </p:sp>
      <p:sp>
        <p:nvSpPr>
          <p:cNvPr id="2" name="文字方塊 1">
            <a:extLst>
              <a:ext uri="{FF2B5EF4-FFF2-40B4-BE49-F238E27FC236}">
                <a16:creationId xmlns:a16="http://schemas.microsoft.com/office/drawing/2014/main" id="{DA09EC4E-BE59-6E5D-B402-53453511D7EE}"/>
              </a:ext>
            </a:extLst>
          </p:cNvPr>
          <p:cNvSpPr txBox="1"/>
          <p:nvPr/>
        </p:nvSpPr>
        <p:spPr>
          <a:xfrm>
            <a:off x="914400" y="1587500"/>
            <a:ext cx="13335000" cy="584775"/>
          </a:xfrm>
          <a:prstGeom prst="rect">
            <a:avLst/>
          </a:prstGeom>
          <a:noFill/>
        </p:spPr>
        <p:txBody>
          <a:bodyPr vert="horz" wrap="square" lIns="101600" tIns="76200" rIns="101600" bIns="76200" rtlCol="0">
            <a:spAutoFit/>
          </a:bodyPr>
          <a:lstStyle/>
          <a:p>
            <a:r>
              <a:rPr lang="en-US" altLang="zh-TW" sz="2800" b="1">
                <a:solidFill>
                  <a:srgbClr val="202020"/>
                </a:solidFill>
                <a:latin typeface="Microsoft JhengHei UI" panose="020B0604030504040204" pitchFamily="34" charset="-120"/>
              </a:rPr>
              <a:t>HashComparisonService.Compare()</a:t>
            </a:r>
            <a:endParaRPr lang="zh-TW" altLang="en-US" sz="2800" b="1">
              <a:solidFill>
                <a:srgbClr val="202020"/>
              </a:solidFill>
              <a:latin typeface="Microsoft JhengHei UI" panose="020B0604030504040204" pitchFamily="34" charset="-120"/>
            </a:endParaRPr>
          </a:p>
        </p:txBody>
      </p:sp>
      <p:sp>
        <p:nvSpPr>
          <p:cNvPr id="3" name="文字方塊 2">
            <a:extLst>
              <a:ext uri="{FF2B5EF4-FFF2-40B4-BE49-F238E27FC236}">
                <a16:creationId xmlns:a16="http://schemas.microsoft.com/office/drawing/2014/main" id="{51EA99B9-B52F-1D66-5F3A-D0FE9D52AF43}"/>
              </a:ext>
            </a:extLst>
          </p:cNvPr>
          <p:cNvSpPr txBox="1"/>
          <p:nvPr/>
        </p:nvSpPr>
        <p:spPr>
          <a:xfrm>
            <a:off x="1041400" y="2667000"/>
            <a:ext cx="13462000" cy="2103140"/>
          </a:xfrm>
          <a:prstGeom prst="rect">
            <a:avLst/>
          </a:prstGeom>
          <a:noFill/>
        </p:spPr>
        <p:txBody>
          <a:bodyPr vert="horz" wrap="square" lIns="101600" tIns="76200" rIns="101600" bIns="76200" rtlCol="0">
            <a:spAutoFit/>
          </a:bodyPr>
          <a:lstStyle/>
          <a:p>
            <a:pPr>
              <a:spcAft>
                <a:spcPts val="800"/>
              </a:spcAft>
            </a:pPr>
            <a:r>
              <a:rPr lang="en-US" altLang="zh-TW" sz="2000">
                <a:solidFill>
                  <a:srgbClr val="202020"/>
                </a:solidFill>
                <a:latin typeface="Microsoft JhengHei UI" panose="020B0604030504040204" pitchFamily="34" charset="-120"/>
              </a:rPr>
              <a:t>• ReadEntries() </a:t>
            </a:r>
            <a:r>
              <a:rPr lang="zh-TW" altLang="en-US" sz="2000">
                <a:solidFill>
                  <a:srgbClr val="202020"/>
                </a:solidFill>
                <a:latin typeface="Microsoft JhengHei UI" panose="020B0604030504040204" pitchFamily="34" charset="-120"/>
              </a:rPr>
              <a:t>以 </a:t>
            </a:r>
            <a:r>
              <a:rPr lang="en-US" altLang="zh-TW" sz="2000">
                <a:solidFill>
                  <a:srgbClr val="202020"/>
                </a:solidFill>
                <a:latin typeface="Microsoft JhengHei UI" panose="020B0604030504040204" pitchFamily="34" charset="-120"/>
              </a:rPr>
              <a:t>ZipFile.OpenRead() </a:t>
            </a:r>
            <a:r>
              <a:rPr lang="zh-TW" altLang="en-US" sz="2000">
                <a:solidFill>
                  <a:srgbClr val="202020"/>
                </a:solidFill>
                <a:latin typeface="Microsoft JhengHei UI" panose="020B0604030504040204" pitchFamily="34" charset="-120"/>
              </a:rPr>
              <a:t>開啟 </a:t>
            </a:r>
            <a:r>
              <a:rPr lang="en-US" altLang="zh-TW" sz="2000">
                <a:solidFill>
                  <a:srgbClr val="202020"/>
                </a:solidFill>
                <a:latin typeface="Microsoft JhengHei UI" panose="020B0604030504040204" pitchFamily="34" charset="-120"/>
              </a:rPr>
              <a:t>.tpzip</a:t>
            </a:r>
            <a:r>
              <a:rPr lang="zh-TW" altLang="en-US" sz="2000">
                <a:solidFill>
                  <a:srgbClr val="202020"/>
                </a:solidFill>
                <a:latin typeface="Microsoft JhengHei UI" panose="020B0604030504040204" pitchFamily="34" charset="-120"/>
              </a:rPr>
              <a:t>，逐一讀取非資料夾 </a:t>
            </a:r>
            <a:r>
              <a:rPr lang="en-US" altLang="zh-TW" sz="2000">
                <a:solidFill>
                  <a:srgbClr val="202020"/>
                </a:solidFill>
                <a:latin typeface="Microsoft JhengHei UI" panose="020B0604030504040204" pitchFamily="34" charset="-120"/>
              </a:rPr>
              <a:t>entry</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每個 </a:t>
            </a:r>
            <a:r>
              <a:rPr lang="en-US" altLang="zh-TW" sz="2000">
                <a:solidFill>
                  <a:srgbClr val="202020"/>
                </a:solidFill>
                <a:latin typeface="Microsoft JhengHei UI" panose="020B0604030504040204" pitchFamily="34" charset="-120"/>
              </a:rPr>
              <a:t>entry </a:t>
            </a:r>
            <a:r>
              <a:rPr lang="zh-TW" altLang="en-US" sz="2000">
                <a:solidFill>
                  <a:srgbClr val="202020"/>
                </a:solidFill>
                <a:latin typeface="Microsoft JhengHei UI" panose="020B0604030504040204" pitchFamily="34" charset="-120"/>
              </a:rPr>
              <a:t>使用 </a:t>
            </a:r>
            <a:r>
              <a:rPr lang="en-US" altLang="zh-TW" sz="2000">
                <a:solidFill>
                  <a:srgbClr val="202020"/>
                </a:solidFill>
                <a:latin typeface="Microsoft JhengHei UI" panose="020B0604030504040204" pitchFamily="34" charset="-120"/>
              </a:rPr>
              <a:t>MD5.HashData(stream) </a:t>
            </a:r>
            <a:r>
              <a:rPr lang="zh-TW" altLang="en-US" sz="2000">
                <a:solidFill>
                  <a:srgbClr val="202020"/>
                </a:solidFill>
                <a:latin typeface="Microsoft JhengHei UI" panose="020B0604030504040204" pitchFamily="34" charset="-120"/>
              </a:rPr>
              <a:t>計算 </a:t>
            </a:r>
            <a:r>
              <a:rPr lang="en-US" altLang="zh-TW" sz="2000">
                <a:solidFill>
                  <a:srgbClr val="202020"/>
                </a:solidFill>
                <a:latin typeface="Microsoft JhengHei UI" panose="020B0604030504040204" pitchFamily="34" charset="-120"/>
              </a:rPr>
              <a:t>HashCode</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Golden </a:t>
            </a:r>
            <a:r>
              <a:rPr lang="zh-TW" altLang="en-US" sz="2000">
                <a:solidFill>
                  <a:srgbClr val="202020"/>
                </a:solidFill>
                <a:latin typeface="Microsoft JhengHei UI" panose="020B0604030504040204" pitchFamily="34" charset="-120"/>
              </a:rPr>
              <a:t>會先排除使用者勾選忽略的項目。</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結果清單使用 </a:t>
            </a:r>
            <a:r>
              <a:rPr lang="en-US" altLang="zh-TW" sz="2000">
                <a:solidFill>
                  <a:srgbClr val="202020"/>
                </a:solidFill>
                <a:latin typeface="Microsoft JhengHei UI" panose="020B0604030504040204" pitchFamily="34" charset="-120"/>
              </a:rPr>
              <a:t>Golden </a:t>
            </a:r>
            <a:r>
              <a:rPr lang="zh-TW" altLang="en-US" sz="2000">
                <a:solidFill>
                  <a:srgbClr val="202020"/>
                </a:solidFill>
                <a:latin typeface="Microsoft JhengHei UI" panose="020B0604030504040204" pitchFamily="34" charset="-120"/>
              </a:rPr>
              <a:t>與 </a:t>
            </a:r>
            <a:r>
              <a:rPr lang="en-US" altLang="zh-TW" sz="2000">
                <a:solidFill>
                  <a:srgbClr val="202020"/>
                </a:solidFill>
                <a:latin typeface="Microsoft JhengHei UI" panose="020B0604030504040204" pitchFamily="34" charset="-120"/>
              </a:rPr>
              <a:t>UNCHECK </a:t>
            </a:r>
            <a:r>
              <a:rPr lang="zh-TW" altLang="en-US" sz="2000">
                <a:solidFill>
                  <a:srgbClr val="202020"/>
                </a:solidFill>
                <a:latin typeface="Microsoft JhengHei UI" panose="020B0604030504040204" pitchFamily="34" charset="-120"/>
              </a:rPr>
              <a:t>的 </a:t>
            </a:r>
            <a:r>
              <a:rPr lang="en-US" altLang="zh-TW" sz="2000">
                <a:solidFill>
                  <a:srgbClr val="202020"/>
                </a:solidFill>
                <a:latin typeface="Microsoft JhengHei UI" panose="020B0604030504040204" pitchFamily="34" charset="-120"/>
              </a:rPr>
              <a:t>union</a:t>
            </a:r>
            <a:r>
              <a:rPr lang="zh-TW" altLang="en-US" sz="2000">
                <a:solidFill>
                  <a:srgbClr val="202020"/>
                </a:solidFill>
                <a:latin typeface="Microsoft JhengHei UI" panose="020B0604030504040204" pitchFamily="34" charset="-120"/>
              </a:rPr>
              <a:t>，因此 </a:t>
            </a:r>
            <a:r>
              <a:rPr lang="en-US" altLang="zh-TW" sz="2000">
                <a:solidFill>
                  <a:srgbClr val="202020"/>
                </a:solidFill>
                <a:latin typeface="Microsoft JhengHei UI" panose="020B0604030504040204" pitchFamily="34" charset="-120"/>
              </a:rPr>
              <a:t>UNCHECK </a:t>
            </a:r>
            <a:r>
              <a:rPr lang="zh-TW" altLang="en-US" sz="2000">
                <a:solidFill>
                  <a:srgbClr val="202020"/>
                </a:solidFill>
                <a:latin typeface="Microsoft JhengHei UI" panose="020B0604030504040204" pitchFamily="34" charset="-120"/>
              </a:rPr>
              <a:t>多出的檔案也會被列出。</a:t>
            </a:r>
          </a:p>
          <a:p>
            <a:pPr>
              <a:spcAft>
                <a:spcPts val="800"/>
              </a:spcAft>
            </a:pPr>
            <a:r>
              <a:rPr lang="en-US" altLang="zh-TW" sz="2000">
                <a:solidFill>
                  <a:srgbClr val="202020"/>
                </a:solidFill>
                <a:latin typeface="Microsoft JhengHei UI" panose="020B0604030504040204" pitchFamily="34" charset="-120"/>
              </a:rPr>
              <a:t>• Result </a:t>
            </a:r>
            <a:r>
              <a:rPr lang="zh-TW" altLang="en-US" sz="2000">
                <a:solidFill>
                  <a:srgbClr val="202020"/>
                </a:solidFill>
                <a:latin typeface="Microsoft JhengHei UI" panose="020B0604030504040204" pitchFamily="34" charset="-120"/>
              </a:rPr>
              <a:t>為 </a:t>
            </a:r>
            <a:r>
              <a:rPr lang="en-US" altLang="zh-TW" sz="2000">
                <a:solidFill>
                  <a:srgbClr val="202020"/>
                </a:solidFill>
                <a:latin typeface="Microsoft JhengHei UI" panose="020B0604030504040204" pitchFamily="34" charset="-120"/>
              </a:rPr>
              <a:t>OK </a:t>
            </a:r>
            <a:r>
              <a:rPr lang="zh-TW" altLang="en-US" sz="2000">
                <a:solidFill>
                  <a:srgbClr val="202020"/>
                </a:solidFill>
                <a:latin typeface="Microsoft JhengHei UI" panose="020B0604030504040204" pitchFamily="34" charset="-120"/>
              </a:rPr>
              <a:t>或 </a:t>
            </a:r>
            <a:r>
              <a:rPr lang="en-US" altLang="zh-TW" sz="2000">
                <a:solidFill>
                  <a:srgbClr val="202020"/>
                </a:solidFill>
                <a:latin typeface="Microsoft JhengHei UI" panose="020B0604030504040204" pitchFamily="34" charset="-120"/>
              </a:rPr>
              <a:t>NG</a:t>
            </a:r>
            <a:r>
              <a:rPr lang="zh-TW" altLang="en-US" sz="2000">
                <a:solidFill>
                  <a:srgbClr val="202020"/>
                </a:solidFill>
                <a:latin typeface="Microsoft JhengHei UI" panose="020B0604030504040204" pitchFamily="34" charset="-120"/>
              </a:rPr>
              <a:t>，</a:t>
            </a:r>
            <a:r>
              <a:rPr lang="en-US" altLang="zh-TW" sz="2000">
                <a:solidFill>
                  <a:srgbClr val="202020"/>
                </a:solidFill>
                <a:latin typeface="Microsoft JhengHei UI" panose="020B0604030504040204" pitchFamily="34" charset="-120"/>
              </a:rPr>
              <a:t>Note </a:t>
            </a:r>
            <a:r>
              <a:rPr lang="zh-TW" altLang="en-US" sz="2000">
                <a:solidFill>
                  <a:srgbClr val="202020"/>
                </a:solidFill>
                <a:latin typeface="Microsoft JhengHei UI" panose="020B0604030504040204" pitchFamily="34" charset="-120"/>
              </a:rPr>
              <a:t>會標示缺少、多出或 </a:t>
            </a:r>
            <a:r>
              <a:rPr lang="en-US" altLang="zh-TW" sz="2000">
                <a:solidFill>
                  <a:srgbClr val="202020"/>
                </a:solidFill>
                <a:latin typeface="Microsoft JhengHei UI" panose="020B0604030504040204" pitchFamily="34" charset="-120"/>
              </a:rPr>
              <a:t>MD5 </a:t>
            </a:r>
            <a:r>
              <a:rPr lang="zh-TW" altLang="en-US" sz="2000">
                <a:solidFill>
                  <a:srgbClr val="202020"/>
                </a:solidFill>
                <a:latin typeface="Microsoft JhengHei UI" panose="020B0604030504040204" pitchFamily="34" charset="-120"/>
              </a:rPr>
              <a:t>不一致。</a:t>
            </a:r>
          </a:p>
        </p:txBody>
      </p:sp>
      <p:sp>
        <p:nvSpPr>
          <p:cNvPr id="4" name="文字方塊 3">
            <a:extLst>
              <a:ext uri="{FF2B5EF4-FFF2-40B4-BE49-F238E27FC236}">
                <a16:creationId xmlns:a16="http://schemas.microsoft.com/office/drawing/2014/main" id="{B98830EA-7CFF-7894-7D67-382270892354}"/>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9 / 15</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237269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47182-6795-6C8B-9BF2-9C1412DC06A6}"/>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EA67B8B3-F8B6-D37B-B316-CFC020018A24}"/>
              </a:ext>
            </a:extLst>
          </p:cNvPr>
          <p:cNvSpPr>
            <a:spLocks noGrp="1"/>
          </p:cNvSpPr>
          <p:nvPr>
            <p:ph type="title"/>
          </p:nvPr>
        </p:nvSpPr>
        <p:spPr/>
        <p:txBody>
          <a:bodyPr/>
          <a:lstStyle/>
          <a:p>
            <a:endParaRPr lang="de-DE"/>
          </a:p>
        </p:txBody>
      </p:sp>
      <p:sp>
        <p:nvSpPr>
          <p:cNvPr id="2" name="文字方塊 1">
            <a:extLst>
              <a:ext uri="{FF2B5EF4-FFF2-40B4-BE49-F238E27FC236}">
                <a16:creationId xmlns:a16="http://schemas.microsoft.com/office/drawing/2014/main" id="{BED3637E-199F-4C13-0CAF-0D23DB4A763E}"/>
              </a:ext>
            </a:extLst>
          </p:cNvPr>
          <p:cNvSpPr txBox="1"/>
          <p:nvPr/>
        </p:nvSpPr>
        <p:spPr>
          <a:xfrm>
            <a:off x="914400" y="1587500"/>
            <a:ext cx="13335000" cy="584775"/>
          </a:xfrm>
          <a:prstGeom prst="rect">
            <a:avLst/>
          </a:prstGeom>
          <a:noFill/>
        </p:spPr>
        <p:txBody>
          <a:bodyPr vert="horz" wrap="square" lIns="101600" tIns="76200" rIns="101600" bIns="76200" rtlCol="0">
            <a:spAutoFit/>
          </a:bodyPr>
          <a:lstStyle/>
          <a:p>
            <a:r>
              <a:rPr lang="zh-TW" altLang="en-US" sz="2800" b="1">
                <a:solidFill>
                  <a:srgbClr val="202020"/>
                </a:solidFill>
                <a:latin typeface="Microsoft JhengHei UI" panose="020B0604030504040204" pitchFamily="34" charset="-120"/>
              </a:rPr>
              <a:t>比對規則</a:t>
            </a:r>
          </a:p>
        </p:txBody>
      </p:sp>
      <p:sp>
        <p:nvSpPr>
          <p:cNvPr id="3" name="文字方塊 2">
            <a:extLst>
              <a:ext uri="{FF2B5EF4-FFF2-40B4-BE49-F238E27FC236}">
                <a16:creationId xmlns:a16="http://schemas.microsoft.com/office/drawing/2014/main" id="{F45C93DD-5B10-6FE1-5B5A-178152FD1FC7}"/>
              </a:ext>
            </a:extLst>
          </p:cNvPr>
          <p:cNvSpPr txBox="1"/>
          <p:nvPr/>
        </p:nvSpPr>
        <p:spPr>
          <a:xfrm>
            <a:off x="1041400" y="2667000"/>
            <a:ext cx="13462000" cy="2103140"/>
          </a:xfrm>
          <a:prstGeom prst="rect">
            <a:avLst/>
          </a:prstGeom>
          <a:noFill/>
        </p:spPr>
        <p:txBody>
          <a:bodyPr vert="horz" wrap="square" lIns="101600" tIns="76200" rIns="101600" bIns="76200" rtlCol="0">
            <a:spAutoFit/>
          </a:bodyPr>
          <a:lstStyle/>
          <a:p>
            <a:pPr>
              <a:spcAft>
                <a:spcPts val="800"/>
              </a:spcAft>
            </a:pPr>
            <a:r>
              <a:rPr lang="en-US" altLang="zh-TW" sz="2000">
                <a:solidFill>
                  <a:srgbClr val="202020"/>
                </a:solidFill>
                <a:latin typeface="Microsoft JhengHei UI" panose="020B0604030504040204" pitchFamily="34" charset="-120"/>
              </a:rPr>
              <a:t>• Golden </a:t>
            </a:r>
            <a:r>
              <a:rPr lang="zh-TW" altLang="en-US" sz="2000">
                <a:solidFill>
                  <a:srgbClr val="202020"/>
                </a:solidFill>
                <a:latin typeface="Microsoft JhengHei UI" panose="020B0604030504040204" pitchFamily="34" charset="-120"/>
              </a:rPr>
              <a:t>有、</a:t>
            </a:r>
            <a:r>
              <a:rPr lang="en-US" altLang="zh-TW" sz="2000">
                <a:solidFill>
                  <a:srgbClr val="202020"/>
                </a:solidFill>
                <a:latin typeface="Microsoft JhengHei UI" panose="020B0604030504040204" pitchFamily="34" charset="-120"/>
              </a:rPr>
              <a:t>UNCHECK </a:t>
            </a:r>
            <a:r>
              <a:rPr lang="zh-TW" altLang="en-US" sz="2000">
                <a:solidFill>
                  <a:srgbClr val="202020"/>
                </a:solidFill>
                <a:latin typeface="Microsoft JhengHei UI" panose="020B0604030504040204" pitchFamily="34" charset="-120"/>
              </a:rPr>
              <a:t>有，且 </a:t>
            </a:r>
            <a:r>
              <a:rPr lang="en-US" altLang="zh-TW" sz="2000">
                <a:solidFill>
                  <a:srgbClr val="202020"/>
                </a:solidFill>
                <a:latin typeface="Microsoft JhengHei UI" panose="020B0604030504040204" pitchFamily="34" charset="-120"/>
              </a:rPr>
              <a:t>MD5 </a:t>
            </a:r>
            <a:r>
              <a:rPr lang="zh-TW" altLang="en-US" sz="2000">
                <a:solidFill>
                  <a:srgbClr val="202020"/>
                </a:solidFill>
                <a:latin typeface="Microsoft JhengHei UI" panose="020B0604030504040204" pitchFamily="34" charset="-120"/>
              </a:rPr>
              <a:t>相同：</a:t>
            </a:r>
            <a:r>
              <a:rPr lang="en-US" altLang="zh-TW" sz="2000">
                <a:solidFill>
                  <a:srgbClr val="202020"/>
                </a:solidFill>
                <a:latin typeface="Microsoft JhengHei UI" panose="020B0604030504040204" pitchFamily="34" charset="-120"/>
              </a:rPr>
              <a:t>OK</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Golden </a:t>
            </a:r>
            <a:r>
              <a:rPr lang="zh-TW" altLang="en-US" sz="2000">
                <a:solidFill>
                  <a:srgbClr val="202020"/>
                </a:solidFill>
                <a:latin typeface="Microsoft JhengHei UI" panose="020B0604030504040204" pitchFamily="34" charset="-120"/>
              </a:rPr>
              <a:t>有、</a:t>
            </a:r>
            <a:r>
              <a:rPr lang="en-US" altLang="zh-TW" sz="2000">
                <a:solidFill>
                  <a:srgbClr val="202020"/>
                </a:solidFill>
                <a:latin typeface="Microsoft JhengHei UI" panose="020B0604030504040204" pitchFamily="34" charset="-120"/>
              </a:rPr>
              <a:t>UNCHECK </a:t>
            </a:r>
            <a:r>
              <a:rPr lang="zh-TW" altLang="en-US" sz="2000">
                <a:solidFill>
                  <a:srgbClr val="202020"/>
                </a:solidFill>
                <a:latin typeface="Microsoft JhengHei UI" panose="020B0604030504040204" pitchFamily="34" charset="-120"/>
              </a:rPr>
              <a:t>有，但 </a:t>
            </a:r>
            <a:r>
              <a:rPr lang="en-US" altLang="zh-TW" sz="2000">
                <a:solidFill>
                  <a:srgbClr val="202020"/>
                </a:solidFill>
                <a:latin typeface="Microsoft JhengHei UI" panose="020B0604030504040204" pitchFamily="34" charset="-120"/>
              </a:rPr>
              <a:t>MD5 </a:t>
            </a:r>
            <a:r>
              <a:rPr lang="zh-TW" altLang="en-US" sz="2000">
                <a:solidFill>
                  <a:srgbClr val="202020"/>
                </a:solidFill>
                <a:latin typeface="Microsoft JhengHei UI" panose="020B0604030504040204" pitchFamily="34" charset="-120"/>
              </a:rPr>
              <a:t>不同：</a:t>
            </a:r>
            <a:r>
              <a:rPr lang="en-US" altLang="zh-TW" sz="2000">
                <a:solidFill>
                  <a:srgbClr val="202020"/>
                </a:solidFill>
                <a:latin typeface="Microsoft JhengHei UI" panose="020B0604030504040204" pitchFamily="34" charset="-120"/>
              </a:rPr>
              <a:t>NG</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Golden </a:t>
            </a:r>
            <a:r>
              <a:rPr lang="zh-TW" altLang="en-US" sz="2000">
                <a:solidFill>
                  <a:srgbClr val="202020"/>
                </a:solidFill>
                <a:latin typeface="Microsoft JhengHei UI" panose="020B0604030504040204" pitchFamily="34" charset="-120"/>
              </a:rPr>
              <a:t>有、</a:t>
            </a:r>
            <a:r>
              <a:rPr lang="en-US" altLang="zh-TW" sz="2000">
                <a:solidFill>
                  <a:srgbClr val="202020"/>
                </a:solidFill>
                <a:latin typeface="Microsoft JhengHei UI" panose="020B0604030504040204" pitchFamily="34" charset="-120"/>
              </a:rPr>
              <a:t>UNCHECK </a:t>
            </a:r>
            <a:r>
              <a:rPr lang="zh-TW" altLang="en-US" sz="2000">
                <a:solidFill>
                  <a:srgbClr val="202020"/>
                </a:solidFill>
                <a:latin typeface="Microsoft JhengHei UI" panose="020B0604030504040204" pitchFamily="34" charset="-120"/>
              </a:rPr>
              <a:t>沒有：</a:t>
            </a:r>
            <a:r>
              <a:rPr lang="en-US" altLang="zh-TW" sz="2000">
                <a:solidFill>
                  <a:srgbClr val="202020"/>
                </a:solidFill>
                <a:latin typeface="Microsoft JhengHei UI" panose="020B0604030504040204" pitchFamily="34" charset="-120"/>
              </a:rPr>
              <a:t>NG</a:t>
            </a:r>
            <a:r>
              <a:rPr lang="zh-TW" altLang="en-US" sz="2000">
                <a:solidFill>
                  <a:srgbClr val="202020"/>
                </a:solidFill>
                <a:latin typeface="Microsoft JhengHei UI" panose="020B0604030504040204" pitchFamily="34" charset="-120"/>
              </a:rPr>
              <a:t>，說明為待檢查檔案缺少此項目。</a:t>
            </a:r>
          </a:p>
          <a:p>
            <a:pPr>
              <a:spcAft>
                <a:spcPts val="800"/>
              </a:spcAft>
            </a:pPr>
            <a:r>
              <a:rPr lang="en-US" altLang="zh-TW" sz="2000">
                <a:solidFill>
                  <a:srgbClr val="202020"/>
                </a:solidFill>
                <a:latin typeface="Microsoft JhengHei UI" panose="020B0604030504040204" pitchFamily="34" charset="-120"/>
              </a:rPr>
              <a:t>• UNCHECK </a:t>
            </a:r>
            <a:r>
              <a:rPr lang="zh-TW" altLang="en-US" sz="2000">
                <a:solidFill>
                  <a:srgbClr val="202020"/>
                </a:solidFill>
                <a:latin typeface="Microsoft JhengHei UI" panose="020B0604030504040204" pitchFamily="34" charset="-120"/>
              </a:rPr>
              <a:t>有、</a:t>
            </a:r>
            <a:r>
              <a:rPr lang="en-US" altLang="zh-TW" sz="2000">
                <a:solidFill>
                  <a:srgbClr val="202020"/>
                </a:solidFill>
                <a:latin typeface="Microsoft JhengHei UI" panose="020B0604030504040204" pitchFamily="34" charset="-120"/>
              </a:rPr>
              <a:t>Golden </a:t>
            </a:r>
            <a:r>
              <a:rPr lang="zh-TW" altLang="en-US" sz="2000">
                <a:solidFill>
                  <a:srgbClr val="202020"/>
                </a:solidFill>
                <a:latin typeface="Microsoft JhengHei UI" panose="020B0604030504040204" pitchFamily="34" charset="-120"/>
              </a:rPr>
              <a:t>沒有：</a:t>
            </a:r>
            <a:r>
              <a:rPr lang="en-US" altLang="zh-TW" sz="2000">
                <a:solidFill>
                  <a:srgbClr val="202020"/>
                </a:solidFill>
                <a:latin typeface="Microsoft JhengHei UI" panose="020B0604030504040204" pitchFamily="34" charset="-120"/>
              </a:rPr>
              <a:t>NG</a:t>
            </a:r>
            <a:r>
              <a:rPr lang="zh-TW" altLang="en-US" sz="2000">
                <a:solidFill>
                  <a:srgbClr val="202020"/>
                </a:solidFill>
                <a:latin typeface="Microsoft JhengHei UI" panose="020B0604030504040204" pitchFamily="34" charset="-120"/>
              </a:rPr>
              <a:t>，說明為只存在於待檢查檔案。</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被忽略的 </a:t>
            </a:r>
            <a:r>
              <a:rPr lang="en-US" altLang="zh-TW" sz="2000">
                <a:solidFill>
                  <a:srgbClr val="202020"/>
                </a:solidFill>
                <a:latin typeface="Microsoft JhengHei UI" panose="020B0604030504040204" pitchFamily="34" charset="-120"/>
              </a:rPr>
              <a:t>Golden </a:t>
            </a:r>
            <a:r>
              <a:rPr lang="zh-TW" altLang="en-US" sz="2000">
                <a:solidFill>
                  <a:srgbClr val="202020"/>
                </a:solidFill>
                <a:latin typeface="Microsoft JhengHei UI" panose="020B0604030504040204" pitchFamily="34" charset="-120"/>
              </a:rPr>
              <a:t>項目不參與比對。</a:t>
            </a:r>
          </a:p>
        </p:txBody>
      </p:sp>
      <p:sp>
        <p:nvSpPr>
          <p:cNvPr id="4" name="文字方塊 3">
            <a:extLst>
              <a:ext uri="{FF2B5EF4-FFF2-40B4-BE49-F238E27FC236}">
                <a16:creationId xmlns:a16="http://schemas.microsoft.com/office/drawing/2014/main" id="{493E0DDF-8E83-E75C-C143-3BBD087C45F1}"/>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10 / 15</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338825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AF2B6-8C06-1ECD-0F3D-509BED62EE9C}"/>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C8C960DB-5354-F53F-936A-64AC2571BDC1}"/>
              </a:ext>
            </a:extLst>
          </p:cNvPr>
          <p:cNvSpPr>
            <a:spLocks noGrp="1"/>
          </p:cNvSpPr>
          <p:nvPr>
            <p:ph type="title"/>
          </p:nvPr>
        </p:nvSpPr>
        <p:spPr/>
        <p:txBody>
          <a:bodyPr/>
          <a:lstStyle/>
          <a:p>
            <a:endParaRPr lang="de-DE"/>
          </a:p>
        </p:txBody>
      </p:sp>
      <p:sp>
        <p:nvSpPr>
          <p:cNvPr id="2" name="文字方塊 1">
            <a:extLst>
              <a:ext uri="{FF2B5EF4-FFF2-40B4-BE49-F238E27FC236}">
                <a16:creationId xmlns:a16="http://schemas.microsoft.com/office/drawing/2014/main" id="{A9F76229-D093-F8AE-422A-600F5091B20C}"/>
              </a:ext>
            </a:extLst>
          </p:cNvPr>
          <p:cNvSpPr txBox="1"/>
          <p:nvPr/>
        </p:nvSpPr>
        <p:spPr>
          <a:xfrm>
            <a:off x="914400" y="1587500"/>
            <a:ext cx="13335000" cy="584775"/>
          </a:xfrm>
          <a:prstGeom prst="rect">
            <a:avLst/>
          </a:prstGeom>
          <a:noFill/>
        </p:spPr>
        <p:txBody>
          <a:bodyPr vert="horz" wrap="square" lIns="101600" tIns="76200" rIns="101600" bIns="76200" rtlCol="0">
            <a:spAutoFit/>
          </a:bodyPr>
          <a:lstStyle/>
          <a:p>
            <a:r>
              <a:rPr lang="en-US" altLang="zh-TW" sz="2800" b="1">
                <a:solidFill>
                  <a:srgbClr val="202020"/>
                </a:solidFill>
                <a:latin typeface="Microsoft JhengHei UI" panose="020B0604030504040204" pitchFamily="34" charset="-120"/>
              </a:rPr>
              <a:t>Log </a:t>
            </a:r>
            <a:r>
              <a:rPr lang="zh-TW" altLang="en-US" sz="2800" b="1">
                <a:solidFill>
                  <a:srgbClr val="202020"/>
                </a:solidFill>
                <a:latin typeface="Microsoft JhengHei UI" panose="020B0604030504040204" pitchFamily="34" charset="-120"/>
              </a:rPr>
              <a:t>維護</a:t>
            </a:r>
          </a:p>
        </p:txBody>
      </p:sp>
      <p:sp>
        <p:nvSpPr>
          <p:cNvPr id="3" name="文字方塊 2">
            <a:extLst>
              <a:ext uri="{FF2B5EF4-FFF2-40B4-BE49-F238E27FC236}">
                <a16:creationId xmlns:a16="http://schemas.microsoft.com/office/drawing/2014/main" id="{D9F7990B-76FA-C19E-782D-739131B7B8E7}"/>
              </a:ext>
            </a:extLst>
          </p:cNvPr>
          <p:cNvSpPr txBox="1"/>
          <p:nvPr/>
        </p:nvSpPr>
        <p:spPr>
          <a:xfrm>
            <a:off x="1041400" y="2667000"/>
            <a:ext cx="13462000" cy="2103140"/>
          </a:xfrm>
          <a:prstGeom prst="rect">
            <a:avLst/>
          </a:prstGeom>
          <a:noFill/>
        </p:spPr>
        <p:txBody>
          <a:bodyPr vert="horz" wrap="square" lIns="101600" tIns="76200" rIns="101600" bIns="76200" rtlCol="0">
            <a:spAutoFit/>
          </a:bodyPr>
          <a:lstStyle/>
          <a:p>
            <a:pPr>
              <a:spcAft>
                <a:spcPts val="800"/>
              </a:spcAft>
            </a:pPr>
            <a:r>
              <a:rPr lang="en-US" altLang="zh-TW" sz="2000">
                <a:solidFill>
                  <a:srgbClr val="202020"/>
                </a:solidFill>
                <a:latin typeface="Microsoft JhengHei UI" panose="020B0604030504040204" pitchFamily="34" charset="-120"/>
              </a:rPr>
              <a:t>• ComparisonLogService.GetLogFilePath() </a:t>
            </a:r>
            <a:r>
              <a:rPr lang="zh-TW" altLang="en-US" sz="2000">
                <a:solidFill>
                  <a:srgbClr val="202020"/>
                </a:solidFill>
                <a:latin typeface="Microsoft JhengHei UI" panose="020B0604030504040204" pitchFamily="34" charset="-120"/>
              </a:rPr>
              <a:t>決定每日 </a:t>
            </a:r>
            <a:r>
              <a:rPr lang="en-US" altLang="zh-TW" sz="2000">
                <a:solidFill>
                  <a:srgbClr val="202020"/>
                </a:solidFill>
                <a:latin typeface="Microsoft JhengHei UI" panose="020B0604030504040204" pitchFamily="34" charset="-120"/>
              </a:rPr>
              <a:t>CSV </a:t>
            </a:r>
            <a:r>
              <a:rPr lang="zh-TW" altLang="en-US" sz="2000">
                <a:solidFill>
                  <a:srgbClr val="202020"/>
                </a:solidFill>
                <a:latin typeface="Microsoft JhengHei UI" panose="020B0604030504040204" pitchFamily="34" charset="-120"/>
              </a:rPr>
              <a:t>檔名。</a:t>
            </a:r>
          </a:p>
          <a:p>
            <a:pPr>
              <a:spcAft>
                <a:spcPts val="800"/>
              </a:spcAft>
            </a:pPr>
            <a:r>
              <a:rPr lang="en-US" altLang="zh-TW" sz="2000">
                <a:solidFill>
                  <a:srgbClr val="202020"/>
                </a:solidFill>
                <a:latin typeface="Microsoft JhengHei UI" panose="020B0604030504040204" pitchFamily="34" charset="-120"/>
              </a:rPr>
              <a:t>• EnsureLogHeader() </a:t>
            </a:r>
            <a:r>
              <a:rPr lang="zh-TW" altLang="en-US" sz="2000">
                <a:solidFill>
                  <a:srgbClr val="202020"/>
                </a:solidFill>
                <a:latin typeface="Microsoft JhengHei UI" panose="020B0604030504040204" pitchFamily="34" charset="-120"/>
              </a:rPr>
              <a:t>確保第一列表頭為英文欄位名稱。</a:t>
            </a:r>
          </a:p>
          <a:p>
            <a:pPr>
              <a:spcAft>
                <a:spcPts val="800"/>
              </a:spcAft>
            </a:pPr>
            <a:r>
              <a:rPr lang="en-US" altLang="zh-TW" sz="2000">
                <a:solidFill>
                  <a:srgbClr val="202020"/>
                </a:solidFill>
                <a:latin typeface="Microsoft JhengHei UI" panose="020B0604030504040204" pitchFamily="34" charset="-120"/>
              </a:rPr>
              <a:t>• GetNextIndex() </a:t>
            </a:r>
            <a:r>
              <a:rPr lang="zh-TW" altLang="en-US" sz="2000">
                <a:solidFill>
                  <a:srgbClr val="202020"/>
                </a:solidFill>
                <a:latin typeface="Microsoft JhengHei UI" panose="020B0604030504040204" pitchFamily="34" charset="-120"/>
              </a:rPr>
              <a:t>以既有資料列數決定下一筆 </a:t>
            </a:r>
            <a:r>
              <a:rPr lang="en-US" altLang="zh-TW" sz="2000">
                <a:solidFill>
                  <a:srgbClr val="202020"/>
                </a:solidFill>
                <a:latin typeface="Microsoft JhengHei UI" panose="020B0604030504040204" pitchFamily="34" charset="-120"/>
              </a:rPr>
              <a:t>Index</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Append() </a:t>
            </a:r>
            <a:r>
              <a:rPr lang="zh-TW" altLang="en-US" sz="2000">
                <a:solidFill>
                  <a:srgbClr val="202020"/>
                </a:solidFill>
                <a:latin typeface="Microsoft JhengHei UI" panose="020B0604030504040204" pitchFamily="34" charset="-120"/>
              </a:rPr>
              <a:t>寫入：</a:t>
            </a:r>
            <a:r>
              <a:rPr lang="en-US" altLang="zh-TW" sz="2000">
                <a:solidFill>
                  <a:srgbClr val="202020"/>
                </a:solidFill>
                <a:latin typeface="Microsoft JhengHei UI" panose="020B0604030504040204" pitchFamily="34" charset="-120"/>
              </a:rPr>
              <a:t>Index, Date, Time, GoldenHashCode, unCheckGoldenHashCode, Result</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若要新增欄位，需同步調整表頭、</a:t>
            </a:r>
            <a:r>
              <a:rPr lang="en-US" altLang="zh-TW" sz="2000">
                <a:solidFill>
                  <a:srgbClr val="202020"/>
                </a:solidFill>
                <a:latin typeface="Microsoft JhengHei UI" panose="020B0604030504040204" pitchFamily="34" charset="-120"/>
              </a:rPr>
              <a:t>line </a:t>
            </a:r>
            <a:r>
              <a:rPr lang="zh-TW" altLang="en-US" sz="2000">
                <a:solidFill>
                  <a:srgbClr val="202020"/>
                </a:solidFill>
                <a:latin typeface="Microsoft JhengHei UI" panose="020B0604030504040204" pitchFamily="34" charset="-120"/>
              </a:rPr>
              <a:t>組合與 </a:t>
            </a:r>
            <a:r>
              <a:rPr lang="en-US" altLang="zh-TW" sz="2000">
                <a:solidFill>
                  <a:srgbClr val="202020"/>
                </a:solidFill>
                <a:latin typeface="Microsoft JhengHei UI" panose="020B0604030504040204" pitchFamily="34" charset="-120"/>
              </a:rPr>
              <a:t>README</a:t>
            </a:r>
            <a:r>
              <a:rPr lang="zh-TW" altLang="en-US" sz="2000">
                <a:solidFill>
                  <a:srgbClr val="202020"/>
                </a:solidFill>
                <a:latin typeface="Microsoft JhengHei UI" panose="020B0604030504040204" pitchFamily="34" charset="-120"/>
              </a:rPr>
              <a:t>。</a:t>
            </a:r>
          </a:p>
        </p:txBody>
      </p:sp>
      <p:sp>
        <p:nvSpPr>
          <p:cNvPr id="4" name="文字方塊 3">
            <a:extLst>
              <a:ext uri="{FF2B5EF4-FFF2-40B4-BE49-F238E27FC236}">
                <a16:creationId xmlns:a16="http://schemas.microsoft.com/office/drawing/2014/main" id="{0913FFF7-1D8B-50B0-8797-2CCF088250E7}"/>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11 / 15</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1931871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EC7EC-12A2-AF02-6E4F-BDA50F11B03B}"/>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7B3E2E7C-3013-7AD5-0E9B-1FC784D8D0C5}"/>
              </a:ext>
            </a:extLst>
          </p:cNvPr>
          <p:cNvSpPr>
            <a:spLocks noGrp="1"/>
          </p:cNvSpPr>
          <p:nvPr>
            <p:ph type="title"/>
          </p:nvPr>
        </p:nvSpPr>
        <p:spPr/>
        <p:txBody>
          <a:bodyPr/>
          <a:lstStyle/>
          <a:p>
            <a:endParaRPr lang="de-DE"/>
          </a:p>
        </p:txBody>
      </p:sp>
      <p:sp>
        <p:nvSpPr>
          <p:cNvPr id="2" name="文字方塊 1">
            <a:extLst>
              <a:ext uri="{FF2B5EF4-FFF2-40B4-BE49-F238E27FC236}">
                <a16:creationId xmlns:a16="http://schemas.microsoft.com/office/drawing/2014/main" id="{033F0A9E-6DD6-359A-BDC9-E1542211E3F8}"/>
              </a:ext>
            </a:extLst>
          </p:cNvPr>
          <p:cNvSpPr txBox="1"/>
          <p:nvPr/>
        </p:nvSpPr>
        <p:spPr>
          <a:xfrm>
            <a:off x="914400" y="1587500"/>
            <a:ext cx="13335000" cy="584775"/>
          </a:xfrm>
          <a:prstGeom prst="rect">
            <a:avLst/>
          </a:prstGeom>
          <a:noFill/>
        </p:spPr>
        <p:txBody>
          <a:bodyPr vert="horz" wrap="square" lIns="101600" tIns="76200" rIns="101600" bIns="76200" rtlCol="0">
            <a:spAutoFit/>
          </a:bodyPr>
          <a:lstStyle/>
          <a:p>
            <a:r>
              <a:rPr lang="zh-TW" altLang="en-US" sz="2800" b="1">
                <a:solidFill>
                  <a:srgbClr val="202020"/>
                </a:solidFill>
                <a:latin typeface="Microsoft JhengHei UI" panose="020B0604030504040204" pitchFamily="34" charset="-120"/>
              </a:rPr>
              <a:t>常見需求修改位置</a:t>
            </a:r>
          </a:p>
        </p:txBody>
      </p:sp>
      <p:sp>
        <p:nvSpPr>
          <p:cNvPr id="3" name="文字方塊 2">
            <a:extLst>
              <a:ext uri="{FF2B5EF4-FFF2-40B4-BE49-F238E27FC236}">
                <a16:creationId xmlns:a16="http://schemas.microsoft.com/office/drawing/2014/main" id="{ED532DF5-9A63-1A56-3BEC-9D0DDBC25155}"/>
              </a:ext>
            </a:extLst>
          </p:cNvPr>
          <p:cNvSpPr txBox="1"/>
          <p:nvPr/>
        </p:nvSpPr>
        <p:spPr>
          <a:xfrm>
            <a:off x="1041400" y="2667000"/>
            <a:ext cx="13462000" cy="2103140"/>
          </a:xfrm>
          <a:prstGeom prst="rect">
            <a:avLst/>
          </a:prstGeom>
          <a:noFill/>
        </p:spPr>
        <p:txBody>
          <a:bodyPr vert="horz" wrap="square" lIns="101600" tIns="76200" rIns="101600" bIns="76200" rtlCol="0">
            <a:spAutoFit/>
          </a:bodyPr>
          <a:lstStyle/>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新增路徑預設值：</a:t>
            </a:r>
            <a:r>
              <a:rPr lang="en-US" altLang="zh-TW" sz="2000">
                <a:solidFill>
                  <a:srgbClr val="202020"/>
                </a:solidFill>
                <a:latin typeface="Microsoft JhengHei UI" panose="020B0604030504040204" pitchFamily="34" charset="-120"/>
              </a:rPr>
              <a:t>AppSettings.cs </a:t>
            </a:r>
            <a:r>
              <a:rPr lang="zh-TW" altLang="en-US" sz="2000">
                <a:solidFill>
                  <a:srgbClr val="202020"/>
                </a:solidFill>
                <a:latin typeface="Microsoft JhengHei UI" panose="020B0604030504040204" pitchFamily="34" charset="-120"/>
              </a:rPr>
              <a:t>與 </a:t>
            </a:r>
            <a:r>
              <a:rPr lang="en-US" altLang="zh-TW" sz="2000">
                <a:solidFill>
                  <a:srgbClr val="202020"/>
                </a:solidFill>
                <a:latin typeface="Microsoft JhengHei UI" panose="020B0604030504040204" pitchFamily="34" charset="-120"/>
              </a:rPr>
              <a:t>MainForm.NormalizeDirectory() </a:t>
            </a:r>
            <a:r>
              <a:rPr lang="zh-TW" altLang="en-US" sz="2000">
                <a:solidFill>
                  <a:srgbClr val="202020"/>
                </a:solidFill>
                <a:latin typeface="Microsoft JhengHei UI" panose="020B0604030504040204" pitchFamily="34" charset="-120"/>
              </a:rPr>
              <a:t>呼叫處。</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新增 </a:t>
            </a:r>
            <a:r>
              <a:rPr lang="en-US" altLang="zh-TW" sz="2000">
                <a:solidFill>
                  <a:srgbClr val="202020"/>
                </a:solidFill>
                <a:latin typeface="Microsoft JhengHei UI" panose="020B0604030504040204" pitchFamily="34" charset="-120"/>
              </a:rPr>
              <a:t>UI </a:t>
            </a:r>
            <a:r>
              <a:rPr lang="zh-TW" altLang="en-US" sz="2000">
                <a:solidFill>
                  <a:srgbClr val="202020"/>
                </a:solidFill>
                <a:latin typeface="Microsoft JhengHei UI" panose="020B0604030504040204" pitchFamily="34" charset="-120"/>
              </a:rPr>
              <a:t>選項：</a:t>
            </a:r>
            <a:r>
              <a:rPr lang="en-US" altLang="zh-TW" sz="2000">
                <a:solidFill>
                  <a:srgbClr val="202020"/>
                </a:solidFill>
                <a:latin typeface="Microsoft JhengHei UI" panose="020B0604030504040204" pitchFamily="34" charset="-120"/>
              </a:rPr>
              <a:t>MainForm </a:t>
            </a:r>
            <a:r>
              <a:rPr lang="zh-TW" altLang="en-US" sz="2000">
                <a:solidFill>
                  <a:srgbClr val="202020"/>
                </a:solidFill>
                <a:latin typeface="Microsoft JhengHei UI" panose="020B0604030504040204" pitchFamily="34" charset="-120"/>
              </a:rPr>
              <a:t>欄位宣告、</a:t>
            </a:r>
            <a:r>
              <a:rPr lang="en-US" altLang="zh-TW" sz="2000">
                <a:solidFill>
                  <a:srgbClr val="202020"/>
                </a:solidFill>
                <a:latin typeface="Microsoft JhengHei UI" panose="020B0604030504040204" pitchFamily="34" charset="-120"/>
              </a:rPr>
              <a:t>BuildSettingsPanel()</a:t>
            </a:r>
            <a:r>
              <a:rPr lang="zh-TW" altLang="en-US" sz="2000">
                <a:solidFill>
                  <a:srgbClr val="202020"/>
                </a:solidFill>
                <a:latin typeface="Microsoft JhengHei UI" panose="020B0604030504040204" pitchFamily="34" charset="-120"/>
              </a:rPr>
              <a:t>、</a:t>
            </a:r>
            <a:r>
              <a:rPr lang="en-US" altLang="zh-TW" sz="2000">
                <a:solidFill>
                  <a:srgbClr val="202020"/>
                </a:solidFill>
                <a:latin typeface="Microsoft JhengHei UI" panose="020B0604030504040204" pitchFamily="34" charset="-120"/>
              </a:rPr>
              <a:t>LoadSettingsToUi()</a:t>
            </a:r>
            <a:r>
              <a:rPr lang="zh-TW" altLang="en-US" sz="2000">
                <a:solidFill>
                  <a:srgbClr val="202020"/>
                </a:solidFill>
                <a:latin typeface="Microsoft JhengHei UI" panose="020B0604030504040204" pitchFamily="34" charset="-120"/>
              </a:rPr>
              <a:t>、</a:t>
            </a:r>
            <a:r>
              <a:rPr lang="en-US" altLang="zh-TW" sz="2000">
                <a:solidFill>
                  <a:srgbClr val="202020"/>
                </a:solidFill>
                <a:latin typeface="Microsoft JhengHei UI" panose="020B0604030504040204" pitchFamily="34" charset="-120"/>
              </a:rPr>
              <a:t>ApplyUiToSettings()</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調整比對規則：</a:t>
            </a:r>
            <a:r>
              <a:rPr lang="en-US" altLang="zh-TW" sz="2000">
                <a:solidFill>
                  <a:srgbClr val="202020"/>
                </a:solidFill>
                <a:latin typeface="Microsoft JhengHei UI" panose="020B0604030504040204" pitchFamily="34" charset="-120"/>
              </a:rPr>
              <a:t>HashComparisonService.Compare()</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調整結果顏色或欄位：</a:t>
            </a:r>
            <a:r>
              <a:rPr lang="en-US" altLang="zh-TW" sz="2000">
                <a:solidFill>
                  <a:srgbClr val="202020"/>
                </a:solidFill>
                <a:latin typeface="Microsoft JhengHei UI" panose="020B0604030504040204" pitchFamily="34" charset="-120"/>
              </a:rPr>
              <a:t>MainForm.PopulateResults() </a:t>
            </a:r>
            <a:r>
              <a:rPr lang="zh-TW" altLang="en-US" sz="2000">
                <a:solidFill>
                  <a:srgbClr val="202020"/>
                </a:solidFill>
                <a:latin typeface="Microsoft JhengHei UI" panose="020B0604030504040204" pitchFamily="34" charset="-120"/>
              </a:rPr>
              <a:t>與 </a:t>
            </a:r>
            <a:r>
              <a:rPr lang="en-US" altLang="zh-TW" sz="2000">
                <a:solidFill>
                  <a:srgbClr val="202020"/>
                </a:solidFill>
                <a:latin typeface="Microsoft JhengHei UI" panose="020B0604030504040204" pitchFamily="34" charset="-120"/>
              </a:rPr>
              <a:t>BuildResultPanel()</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調整 </a:t>
            </a:r>
            <a:r>
              <a:rPr lang="en-US" altLang="zh-TW" sz="2000">
                <a:solidFill>
                  <a:srgbClr val="202020"/>
                </a:solidFill>
                <a:latin typeface="Microsoft JhengHei UI" panose="020B0604030504040204" pitchFamily="34" charset="-120"/>
              </a:rPr>
              <a:t>Log </a:t>
            </a:r>
            <a:r>
              <a:rPr lang="zh-TW" altLang="en-US" sz="2000">
                <a:solidFill>
                  <a:srgbClr val="202020"/>
                </a:solidFill>
                <a:latin typeface="Microsoft JhengHei UI" panose="020B0604030504040204" pitchFamily="34" charset="-120"/>
              </a:rPr>
              <a:t>格式：</a:t>
            </a:r>
            <a:r>
              <a:rPr lang="en-US" altLang="zh-TW" sz="2000">
                <a:solidFill>
                  <a:srgbClr val="202020"/>
                </a:solidFill>
                <a:latin typeface="Microsoft JhengHei UI" panose="020B0604030504040204" pitchFamily="34" charset="-120"/>
              </a:rPr>
              <a:t>ComparisonLogService.cs</a:t>
            </a:r>
            <a:r>
              <a:rPr lang="zh-TW" altLang="en-US" sz="2000">
                <a:solidFill>
                  <a:srgbClr val="202020"/>
                </a:solidFill>
                <a:latin typeface="Microsoft JhengHei UI" panose="020B0604030504040204" pitchFamily="34" charset="-120"/>
              </a:rPr>
              <a:t>。</a:t>
            </a:r>
          </a:p>
        </p:txBody>
      </p:sp>
      <p:sp>
        <p:nvSpPr>
          <p:cNvPr id="4" name="文字方塊 3">
            <a:extLst>
              <a:ext uri="{FF2B5EF4-FFF2-40B4-BE49-F238E27FC236}">
                <a16:creationId xmlns:a16="http://schemas.microsoft.com/office/drawing/2014/main" id="{21F2F9B5-CE76-28D2-D9F9-DEF900D40765}"/>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12 / 15</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2225463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CCB43-2899-D5AB-2BBE-C17E24EA5E67}"/>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173593D8-329F-B46C-E790-B3DB70DD3890}"/>
              </a:ext>
            </a:extLst>
          </p:cNvPr>
          <p:cNvSpPr>
            <a:spLocks noGrp="1"/>
          </p:cNvSpPr>
          <p:nvPr>
            <p:ph type="title"/>
          </p:nvPr>
        </p:nvSpPr>
        <p:spPr/>
        <p:txBody>
          <a:bodyPr/>
          <a:lstStyle/>
          <a:p>
            <a:endParaRPr lang="de-DE"/>
          </a:p>
        </p:txBody>
      </p:sp>
      <p:sp>
        <p:nvSpPr>
          <p:cNvPr id="2" name="文字方塊 1">
            <a:extLst>
              <a:ext uri="{FF2B5EF4-FFF2-40B4-BE49-F238E27FC236}">
                <a16:creationId xmlns:a16="http://schemas.microsoft.com/office/drawing/2014/main" id="{ECA85672-A2BD-41D6-2A89-5361479DBAE6}"/>
              </a:ext>
            </a:extLst>
          </p:cNvPr>
          <p:cNvSpPr txBox="1"/>
          <p:nvPr/>
        </p:nvSpPr>
        <p:spPr>
          <a:xfrm>
            <a:off x="914400" y="1587500"/>
            <a:ext cx="13335000" cy="584775"/>
          </a:xfrm>
          <a:prstGeom prst="rect">
            <a:avLst/>
          </a:prstGeom>
          <a:noFill/>
        </p:spPr>
        <p:txBody>
          <a:bodyPr vert="horz" wrap="square" lIns="101600" tIns="76200" rIns="101600" bIns="76200" rtlCol="0">
            <a:spAutoFit/>
          </a:bodyPr>
          <a:lstStyle/>
          <a:p>
            <a:r>
              <a:rPr lang="zh-TW" altLang="en-US" sz="2800" b="1">
                <a:solidFill>
                  <a:srgbClr val="202020"/>
                </a:solidFill>
                <a:latin typeface="Microsoft JhengHei UI" panose="020B0604030504040204" pitchFamily="34" charset="-120"/>
              </a:rPr>
              <a:t>建置與驗證</a:t>
            </a:r>
          </a:p>
        </p:txBody>
      </p:sp>
      <p:sp>
        <p:nvSpPr>
          <p:cNvPr id="3" name="文字方塊 2">
            <a:extLst>
              <a:ext uri="{FF2B5EF4-FFF2-40B4-BE49-F238E27FC236}">
                <a16:creationId xmlns:a16="http://schemas.microsoft.com/office/drawing/2014/main" id="{5055D599-3E15-F644-838B-EA6E818BEF53}"/>
              </a:ext>
            </a:extLst>
          </p:cNvPr>
          <p:cNvSpPr txBox="1"/>
          <p:nvPr/>
        </p:nvSpPr>
        <p:spPr>
          <a:xfrm>
            <a:off x="1041400" y="2667000"/>
            <a:ext cx="13462000" cy="2103140"/>
          </a:xfrm>
          <a:prstGeom prst="rect">
            <a:avLst/>
          </a:prstGeom>
          <a:noFill/>
        </p:spPr>
        <p:txBody>
          <a:bodyPr vert="horz" wrap="square" lIns="101600" tIns="76200" rIns="101600" bIns="76200" rtlCol="0">
            <a:spAutoFit/>
          </a:bodyPr>
          <a:lstStyle/>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建置：</a:t>
            </a:r>
            <a:r>
              <a:rPr lang="en-US" altLang="zh-TW" sz="2000">
                <a:solidFill>
                  <a:srgbClr val="202020"/>
                </a:solidFill>
                <a:latin typeface="Microsoft JhengHei UI" panose="020B0604030504040204" pitchFamily="34" charset="-120"/>
              </a:rPr>
              <a:t>dotnet build HashCode.sln</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執行：</a:t>
            </a:r>
            <a:r>
              <a:rPr lang="en-US" altLang="zh-TW" sz="2000">
                <a:solidFill>
                  <a:srgbClr val="202020"/>
                </a:solidFill>
                <a:latin typeface="Microsoft JhengHei UI" panose="020B0604030504040204" pitchFamily="34" charset="-120"/>
              </a:rPr>
              <a:t>dotnet run</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修改 </a:t>
            </a:r>
            <a:r>
              <a:rPr lang="en-US" altLang="zh-TW" sz="2000">
                <a:solidFill>
                  <a:srgbClr val="202020"/>
                </a:solidFill>
                <a:latin typeface="Microsoft JhengHei UI" panose="020B0604030504040204" pitchFamily="34" charset="-120"/>
              </a:rPr>
              <a:t>UI </a:t>
            </a:r>
            <a:r>
              <a:rPr lang="zh-TW" altLang="en-US" sz="2000">
                <a:solidFill>
                  <a:srgbClr val="202020"/>
                </a:solidFill>
                <a:latin typeface="Microsoft JhengHei UI" panose="020B0604030504040204" pitchFamily="34" charset="-120"/>
              </a:rPr>
              <a:t>後需檢查設定是否能保存、重開後是否正確載入。</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修改比對邏輯後需準備 </a:t>
            </a:r>
            <a:r>
              <a:rPr lang="en-US" altLang="zh-TW" sz="2000">
                <a:solidFill>
                  <a:srgbClr val="202020"/>
                </a:solidFill>
                <a:latin typeface="Microsoft JhengHei UI" panose="020B0604030504040204" pitchFamily="34" charset="-120"/>
              </a:rPr>
              <a:t>Golden/UNCHECK </a:t>
            </a:r>
            <a:r>
              <a:rPr lang="zh-TW" altLang="en-US" sz="2000">
                <a:solidFill>
                  <a:srgbClr val="202020"/>
                </a:solidFill>
                <a:latin typeface="Microsoft JhengHei UI" panose="020B0604030504040204" pitchFamily="34" charset="-120"/>
              </a:rPr>
              <a:t>測試檔，覆蓋 </a:t>
            </a:r>
            <a:r>
              <a:rPr lang="en-US" altLang="zh-TW" sz="2000">
                <a:solidFill>
                  <a:srgbClr val="202020"/>
                </a:solidFill>
                <a:latin typeface="Microsoft JhengHei UI" panose="020B0604030504040204" pitchFamily="34" charset="-120"/>
              </a:rPr>
              <a:t>OK</a:t>
            </a:r>
            <a:r>
              <a:rPr lang="zh-TW" altLang="en-US" sz="2000">
                <a:solidFill>
                  <a:srgbClr val="202020"/>
                </a:solidFill>
                <a:latin typeface="Microsoft JhengHei UI" panose="020B0604030504040204" pitchFamily="34" charset="-120"/>
              </a:rPr>
              <a:t>、</a:t>
            </a:r>
            <a:r>
              <a:rPr lang="en-US" altLang="zh-TW" sz="2000">
                <a:solidFill>
                  <a:srgbClr val="202020"/>
                </a:solidFill>
                <a:latin typeface="Microsoft JhengHei UI" panose="020B0604030504040204" pitchFamily="34" charset="-120"/>
              </a:rPr>
              <a:t>MD5 NG</a:t>
            </a:r>
            <a:r>
              <a:rPr lang="zh-TW" altLang="en-US" sz="2000">
                <a:solidFill>
                  <a:srgbClr val="202020"/>
                </a:solidFill>
                <a:latin typeface="Microsoft JhengHei UI" panose="020B0604030504040204" pitchFamily="34" charset="-120"/>
              </a:rPr>
              <a:t>、缺少項目、多出項目。</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交付前建議確認 </a:t>
            </a:r>
            <a:r>
              <a:rPr lang="en-US" altLang="zh-TW" sz="2000">
                <a:solidFill>
                  <a:srgbClr val="202020"/>
                </a:solidFill>
                <a:latin typeface="Microsoft JhengHei UI" panose="020B0604030504040204" pitchFamily="34" charset="-120"/>
              </a:rPr>
              <a:t>0 warnings / 0 errors</a:t>
            </a:r>
            <a:r>
              <a:rPr lang="zh-TW" altLang="en-US" sz="2000">
                <a:solidFill>
                  <a:srgbClr val="202020"/>
                </a:solidFill>
                <a:latin typeface="Microsoft JhengHei UI" panose="020B0604030504040204" pitchFamily="34" charset="-120"/>
              </a:rPr>
              <a:t>。</a:t>
            </a:r>
          </a:p>
        </p:txBody>
      </p:sp>
      <p:sp>
        <p:nvSpPr>
          <p:cNvPr id="4" name="文字方塊 3">
            <a:extLst>
              <a:ext uri="{FF2B5EF4-FFF2-40B4-BE49-F238E27FC236}">
                <a16:creationId xmlns:a16="http://schemas.microsoft.com/office/drawing/2014/main" id="{110D5315-0DD7-091F-A096-CD336507C50E}"/>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13 / 15</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431895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60EC7-F586-106B-B922-69A073B9C6B9}"/>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5B8520FF-10A4-2EEE-7BA9-5C7B4E9A8CE9}"/>
              </a:ext>
            </a:extLst>
          </p:cNvPr>
          <p:cNvSpPr>
            <a:spLocks noGrp="1"/>
          </p:cNvSpPr>
          <p:nvPr>
            <p:ph type="title"/>
          </p:nvPr>
        </p:nvSpPr>
        <p:spPr/>
        <p:txBody>
          <a:bodyPr/>
          <a:lstStyle/>
          <a:p>
            <a:endParaRPr lang="zh-TW" altLang="en-US"/>
          </a:p>
        </p:txBody>
      </p:sp>
      <p:sp>
        <p:nvSpPr>
          <p:cNvPr id="2" name="文字方塊 1">
            <a:extLst>
              <a:ext uri="{FF2B5EF4-FFF2-40B4-BE49-F238E27FC236}">
                <a16:creationId xmlns:a16="http://schemas.microsoft.com/office/drawing/2014/main" id="{0DF4CDE7-27D8-34A2-A112-52AEE10801A0}"/>
              </a:ext>
            </a:extLst>
          </p:cNvPr>
          <p:cNvSpPr txBox="1"/>
          <p:nvPr/>
        </p:nvSpPr>
        <p:spPr>
          <a:xfrm>
            <a:off x="914400" y="1587500"/>
            <a:ext cx="13335000" cy="584775"/>
          </a:xfrm>
          <a:prstGeom prst="rect">
            <a:avLst/>
          </a:prstGeom>
          <a:noFill/>
        </p:spPr>
        <p:txBody>
          <a:bodyPr vert="horz" wrap="square" lIns="101600" tIns="76200" rIns="101600" bIns="76200" rtlCol="0">
            <a:spAutoFit/>
          </a:bodyPr>
          <a:lstStyle/>
          <a:p>
            <a:r>
              <a:rPr lang="zh-TW" altLang="en-US" sz="2800" b="1">
                <a:solidFill>
                  <a:srgbClr val="202020"/>
                </a:solidFill>
                <a:latin typeface="Microsoft JhengHei UI" panose="020B0604030504040204" pitchFamily="34" charset="-120"/>
              </a:rPr>
              <a:t>維護注意事項</a:t>
            </a:r>
          </a:p>
        </p:txBody>
      </p:sp>
      <p:sp>
        <p:nvSpPr>
          <p:cNvPr id="3" name="文字方塊 2">
            <a:extLst>
              <a:ext uri="{FF2B5EF4-FFF2-40B4-BE49-F238E27FC236}">
                <a16:creationId xmlns:a16="http://schemas.microsoft.com/office/drawing/2014/main" id="{F83C5B30-BB96-405D-530C-93F5A8C83936}"/>
              </a:ext>
            </a:extLst>
          </p:cNvPr>
          <p:cNvSpPr txBox="1"/>
          <p:nvPr/>
        </p:nvSpPr>
        <p:spPr>
          <a:xfrm>
            <a:off x="1041400" y="2667000"/>
            <a:ext cx="13462000" cy="2103140"/>
          </a:xfrm>
          <a:prstGeom prst="rect">
            <a:avLst/>
          </a:prstGeom>
          <a:noFill/>
        </p:spPr>
        <p:txBody>
          <a:bodyPr vert="horz" wrap="square" lIns="101600" tIns="76200" rIns="101600" bIns="76200" rtlCol="0">
            <a:spAutoFit/>
          </a:bodyPr>
          <a:lstStyle/>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不要把外層 </a:t>
            </a:r>
            <a:r>
              <a:rPr lang="en-US" altLang="zh-TW" sz="2000">
                <a:solidFill>
                  <a:srgbClr val="202020"/>
                </a:solidFill>
                <a:latin typeface="Microsoft JhengHei UI" panose="020B0604030504040204" pitchFamily="34" charset="-120"/>
              </a:rPr>
              <a:t>.tpzip </a:t>
            </a:r>
            <a:r>
              <a:rPr lang="zh-TW" altLang="en-US" sz="2000">
                <a:solidFill>
                  <a:srgbClr val="202020"/>
                </a:solidFill>
                <a:latin typeface="Microsoft JhengHei UI" panose="020B0604030504040204" pitchFamily="34" charset="-120"/>
              </a:rPr>
              <a:t>檔案 </a:t>
            </a:r>
            <a:r>
              <a:rPr lang="en-US" altLang="zh-TW" sz="2000">
                <a:solidFill>
                  <a:srgbClr val="202020"/>
                </a:solidFill>
                <a:latin typeface="Microsoft JhengHei UI" panose="020B0604030504040204" pitchFamily="34" charset="-120"/>
              </a:rPr>
              <a:t>Hash </a:t>
            </a:r>
            <a:r>
              <a:rPr lang="zh-TW" altLang="en-US" sz="2000">
                <a:solidFill>
                  <a:srgbClr val="202020"/>
                </a:solidFill>
                <a:latin typeface="Microsoft JhengHei UI" panose="020B0604030504040204" pitchFamily="34" charset="-120"/>
              </a:rPr>
              <a:t>當作一致性依據。</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不要只比較 </a:t>
            </a:r>
            <a:r>
              <a:rPr lang="en-US" altLang="zh-TW" sz="2000">
                <a:solidFill>
                  <a:srgbClr val="202020"/>
                </a:solidFill>
                <a:latin typeface="Microsoft JhengHei UI" panose="020B0604030504040204" pitchFamily="34" charset="-120"/>
              </a:rPr>
              <a:t>Golden </a:t>
            </a:r>
            <a:r>
              <a:rPr lang="zh-TW" altLang="en-US" sz="2000">
                <a:solidFill>
                  <a:srgbClr val="202020"/>
                </a:solidFill>
                <a:latin typeface="Microsoft JhengHei UI" panose="020B0604030504040204" pitchFamily="34" charset="-120"/>
              </a:rPr>
              <a:t>有的項目；</a:t>
            </a:r>
            <a:r>
              <a:rPr lang="en-US" altLang="zh-TW" sz="2000">
                <a:solidFill>
                  <a:srgbClr val="202020"/>
                </a:solidFill>
                <a:latin typeface="Microsoft JhengHei UI" panose="020B0604030504040204" pitchFamily="34" charset="-120"/>
              </a:rPr>
              <a:t>UNCHECK </a:t>
            </a:r>
            <a:r>
              <a:rPr lang="zh-TW" altLang="en-US" sz="2000">
                <a:solidFill>
                  <a:srgbClr val="202020"/>
                </a:solidFill>
                <a:latin typeface="Microsoft JhengHei UI" panose="020B0604030504040204" pitchFamily="34" charset="-120"/>
              </a:rPr>
              <a:t>多出的檔案也代表差異。</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不要任意覆蓋使用者已保存的 </a:t>
            </a:r>
            <a:r>
              <a:rPr lang="en-US" altLang="zh-TW" sz="2000">
                <a:solidFill>
                  <a:srgbClr val="202020"/>
                </a:solidFill>
                <a:latin typeface="Microsoft JhengHei UI" panose="020B0604030504040204" pitchFamily="34" charset="-120"/>
              </a:rPr>
              <a:t>appsettings.json</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若新增設定欄位，需維持舊設定檔可讀取。</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現場機台可能沒有網路，避免加入需下載套件的相依性。</a:t>
            </a:r>
          </a:p>
        </p:txBody>
      </p:sp>
      <p:sp>
        <p:nvSpPr>
          <p:cNvPr id="4" name="文字方塊 3">
            <a:extLst>
              <a:ext uri="{FF2B5EF4-FFF2-40B4-BE49-F238E27FC236}">
                <a16:creationId xmlns:a16="http://schemas.microsoft.com/office/drawing/2014/main" id="{0DC857BA-9BE0-0327-1D35-BD69C86E873C}"/>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14 / 15</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4162007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EE95B6F-4EFC-9218-30C3-8E4283381AAD}"/>
            </a:ext>
          </a:extLst>
        </p:cNvPr>
        <p:cNvGrpSpPr/>
        <p:nvPr/>
      </p:nvGrpSpPr>
      <p:grpSpPr>
        <a:xfrm>
          <a:off x="0" y="0"/>
          <a:ext cx="0" cy="0"/>
          <a:chOff x="0" y="0"/>
          <a:chExt cx="0" cy="0"/>
        </a:xfrm>
      </p:grpSpPr>
      <p:sp>
        <p:nvSpPr>
          <p:cNvPr id="2" name="Text Placeholder 7">
            <a:extLst>
              <a:ext uri="{FF2B5EF4-FFF2-40B4-BE49-F238E27FC236}">
                <a16:creationId xmlns:a16="http://schemas.microsoft.com/office/drawing/2014/main" id="{0F7F9AF4-7492-9A9C-5EC0-CDCFBD085754}"/>
              </a:ext>
            </a:extLst>
          </p:cNvPr>
          <p:cNvSpPr>
            <a:spLocks noGrp="1"/>
          </p:cNvSpPr>
          <p:nvPr>
            <p:ph type="body" sz="quarter" idx="11"/>
          </p:nvPr>
        </p:nvSpPr>
        <p:spPr/>
        <p:txBody>
          <a:bodyPr/>
          <a:lstStyle/>
          <a:p>
            <a:endParaRPr lang="en-US"/>
          </a:p>
        </p:txBody>
      </p:sp>
      <p:sp>
        <p:nvSpPr>
          <p:cNvPr id="3" name="Text Placeholder 6">
            <a:extLst>
              <a:ext uri="{FF2B5EF4-FFF2-40B4-BE49-F238E27FC236}">
                <a16:creationId xmlns:a16="http://schemas.microsoft.com/office/drawing/2014/main" id="{7600141D-A0E8-192F-BC92-A49B600CBEE1}"/>
              </a:ext>
            </a:extLst>
          </p:cNvPr>
          <p:cNvSpPr>
            <a:spLocks noGrp="1"/>
          </p:cNvSpPr>
          <p:nvPr>
            <p:ph type="body" sz="quarter" idx="16"/>
          </p:nvPr>
        </p:nvSpPr>
        <p:spPr/>
        <p:txBody>
          <a:bodyPr/>
          <a:lstStyle/>
          <a:p>
            <a:endParaRPr lang="en-US"/>
          </a:p>
        </p:txBody>
      </p:sp>
      <p:sp>
        <p:nvSpPr>
          <p:cNvPr id="4" name="Text Placeholder 5">
            <a:extLst>
              <a:ext uri="{FF2B5EF4-FFF2-40B4-BE49-F238E27FC236}">
                <a16:creationId xmlns:a16="http://schemas.microsoft.com/office/drawing/2014/main" id="{8E3AB3CC-5E8C-EBFC-CE51-8326A69E52CE}"/>
              </a:ext>
            </a:extLst>
          </p:cNvPr>
          <p:cNvSpPr>
            <a:spLocks noGrp="1"/>
          </p:cNvSpPr>
          <p:nvPr>
            <p:ph type="body" sz="quarter" idx="14"/>
          </p:nvPr>
        </p:nvSpPr>
        <p:spPr/>
        <p:txBody>
          <a:bodyPr/>
          <a:lstStyle/>
          <a:p>
            <a:endParaRPr lang="en-US" noProof="0"/>
          </a:p>
        </p:txBody>
      </p:sp>
      <p:sp>
        <p:nvSpPr>
          <p:cNvPr id="5" name="Title 4">
            <a:extLst>
              <a:ext uri="{FF2B5EF4-FFF2-40B4-BE49-F238E27FC236}">
                <a16:creationId xmlns:a16="http://schemas.microsoft.com/office/drawing/2014/main" id="{8C84D0DA-63EF-1123-3F06-675EC7C50D08}"/>
              </a:ext>
            </a:extLst>
          </p:cNvPr>
          <p:cNvSpPr>
            <a:spLocks noGrp="1"/>
          </p:cNvSpPr>
          <p:nvPr>
            <p:ph type="title"/>
          </p:nvPr>
        </p:nvSpPr>
        <p:spPr/>
        <p:txBody>
          <a:bodyPr/>
          <a:lstStyle/>
          <a:p>
            <a:endParaRPr lang="en-US" noProof="0"/>
          </a:p>
        </p:txBody>
      </p:sp>
      <p:sp>
        <p:nvSpPr>
          <p:cNvPr id="6" name="文字方塊 5">
            <a:extLst>
              <a:ext uri="{FF2B5EF4-FFF2-40B4-BE49-F238E27FC236}">
                <a16:creationId xmlns:a16="http://schemas.microsoft.com/office/drawing/2014/main" id="{22D63A80-AEEE-084F-A08F-D7B61DA741DD}"/>
              </a:ext>
            </a:extLst>
          </p:cNvPr>
          <p:cNvSpPr txBox="1"/>
          <p:nvPr/>
        </p:nvSpPr>
        <p:spPr>
          <a:xfrm>
            <a:off x="990600" y="2984500"/>
            <a:ext cx="13462000" cy="677108"/>
          </a:xfrm>
          <a:prstGeom prst="rect">
            <a:avLst/>
          </a:prstGeom>
          <a:noFill/>
        </p:spPr>
        <p:txBody>
          <a:bodyPr vert="horz" wrap="square" lIns="101600" tIns="76200" rIns="101600" bIns="76200" rtlCol="0">
            <a:spAutoFit/>
          </a:bodyPr>
          <a:lstStyle/>
          <a:p>
            <a:r>
              <a:rPr lang="zh-TW" altLang="en-US" sz="3400" b="1">
                <a:solidFill>
                  <a:srgbClr val="202020"/>
                </a:solidFill>
                <a:latin typeface="Microsoft JhengHei UI" panose="020B0604030504040204" pitchFamily="34" charset="-120"/>
              </a:rPr>
              <a:t>完成</a:t>
            </a:r>
          </a:p>
        </p:txBody>
      </p:sp>
      <p:sp>
        <p:nvSpPr>
          <p:cNvPr id="7" name="文字方塊 6">
            <a:extLst>
              <a:ext uri="{FF2B5EF4-FFF2-40B4-BE49-F238E27FC236}">
                <a16:creationId xmlns:a16="http://schemas.microsoft.com/office/drawing/2014/main" id="{8C5FBF35-FE26-1F0A-C82D-EAA5F4B4807C}"/>
              </a:ext>
            </a:extLst>
          </p:cNvPr>
          <p:cNvSpPr txBox="1"/>
          <p:nvPr/>
        </p:nvSpPr>
        <p:spPr>
          <a:xfrm>
            <a:off x="1041400" y="4127500"/>
            <a:ext cx="12700000" cy="769441"/>
          </a:xfrm>
          <a:prstGeom prst="rect">
            <a:avLst/>
          </a:prstGeom>
          <a:noFill/>
        </p:spPr>
        <p:txBody>
          <a:bodyPr vert="horz" wrap="square" lIns="101600" tIns="76200" rIns="101600" bIns="76200" rtlCol="0">
            <a:spAutoFit/>
          </a:bodyPr>
          <a:lstStyle/>
          <a:p>
            <a:r>
              <a:rPr lang="en-US" altLang="zh-TW" sz="2000">
                <a:solidFill>
                  <a:srgbClr val="404040"/>
                </a:solidFill>
                <a:latin typeface="Microsoft JhengHei UI" panose="020B0604030504040204" pitchFamily="34" charset="-120"/>
              </a:rPr>
              <a:t>HashCode </a:t>
            </a:r>
            <a:r>
              <a:rPr lang="zh-TW" altLang="en-US" sz="2000">
                <a:solidFill>
                  <a:srgbClr val="404040"/>
                </a:solidFill>
                <a:latin typeface="Microsoft JhengHei UI" panose="020B0604030504040204" pitchFamily="34" charset="-120"/>
              </a:rPr>
              <a:t>工程師維護手冊</a:t>
            </a:r>
          </a:p>
          <a:p>
            <a:r>
              <a:rPr lang="en-US" altLang="zh-TW" sz="2000">
                <a:solidFill>
                  <a:srgbClr val="404040"/>
                </a:solidFill>
                <a:latin typeface="Microsoft JhengHei UI" panose="020B0604030504040204" pitchFamily="34" charset="-120"/>
              </a:rPr>
              <a:t>C# WinForms / .NET 9</a:t>
            </a:r>
            <a:endParaRPr lang="zh-TW" altLang="en-US" sz="2000">
              <a:solidFill>
                <a:srgbClr val="404040"/>
              </a:solidFill>
              <a:latin typeface="Microsoft JhengHei UI" panose="020B0604030504040204" pitchFamily="34" charset="-120"/>
            </a:endParaRPr>
          </a:p>
        </p:txBody>
      </p:sp>
      <p:sp>
        <p:nvSpPr>
          <p:cNvPr id="8" name="文字方塊 7">
            <a:extLst>
              <a:ext uri="{FF2B5EF4-FFF2-40B4-BE49-F238E27FC236}">
                <a16:creationId xmlns:a16="http://schemas.microsoft.com/office/drawing/2014/main" id="{A5FBBC2A-E0C2-798F-C290-30474E78598E}"/>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15 / 15</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12753360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0D260408-D13A-4B67-B71E-0B80435FC78D"/>
  <p:tag name="ISPRING_SCORM_RATE_SLIDES" val="1"/>
  <p:tag name="ISPRING_SCORM_RATE_QUIZZES" val="0"/>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_RESOURCE_PATHS_HASH_2" val="d9fee9de11718536b3c065785a54cca1c97fc"/>
  <p:tag name="ISPRING_RESOURCE_PATHS_HASH_PRESENTER" val="d9595f5650e1be128cd68d5dfdeb3180f639adab"/>
</p:tagLst>
</file>

<file path=ppt/theme/theme1.xml><?xml version="1.0" encoding="utf-8"?>
<a:theme xmlns:a="http://schemas.openxmlformats.org/drawingml/2006/main" name="Beckhoff Standard Slide Master">
  <a:themeElements>
    <a:clrScheme name="Test_Beckhoff_2020_v2">
      <a:dk1>
        <a:srgbClr val="000000"/>
      </a:dk1>
      <a:lt1>
        <a:sysClr val="window" lastClr="FFFFFF"/>
      </a:lt1>
      <a:dk2>
        <a:srgbClr val="627186"/>
      </a:dk2>
      <a:lt2>
        <a:srgbClr val="E5E8EC"/>
      </a:lt2>
      <a:accent1>
        <a:srgbClr val="B3BCC8"/>
      </a:accent1>
      <a:accent2>
        <a:srgbClr val="2D76AD"/>
      </a:accent2>
      <a:accent3>
        <a:srgbClr val="414D5C"/>
      </a:accent3>
      <a:accent4>
        <a:srgbClr val="EF0000"/>
      </a:accent4>
      <a:accent5>
        <a:srgbClr val="B5D4EC"/>
      </a:accent5>
      <a:accent6>
        <a:srgbClr val="770000"/>
      </a:accent6>
      <a:hlink>
        <a:srgbClr val="2D76AD"/>
      </a:hlink>
      <a:folHlink>
        <a:srgbClr val="2D76AD"/>
      </a:folHlink>
    </a:clrScheme>
    <a:fontScheme name="Beckhoff">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6350">
          <a:noFill/>
          <a:miter lim="800000"/>
        </a:ln>
      </a:spPr>
      <a:bodyPr lIns="90000" rIns="90000" rtlCol="0" anchor="t"/>
      <a:lstStyle>
        <a:def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1800" kern="1200" baseline="0" dirty="0" smtClean="0">
            <a:solidFill>
              <a:schemeClr val="tx1"/>
            </a:solidFill>
            <a:latin typeface="+mj-lt"/>
            <a:ea typeface="+mn-ea"/>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resentation1" id="{115CB5D5-46FF-4B19-87C5-7EDAA2422B27}" vid="{3BE55049-09A4-4588-9702-B542DE67BBC2}"/>
    </a:ext>
  </a:extLst>
</a:theme>
</file>

<file path=ppt/theme/theme2.xml><?xml version="1.0" encoding="utf-8"?>
<a:theme xmlns:a="http://schemas.openxmlformats.org/drawingml/2006/main" name="Studio Set – For film studio use only!">
  <a:themeElements>
    <a:clrScheme name="Test_Beckhoff_2020_v2">
      <a:dk1>
        <a:srgbClr val="000000"/>
      </a:dk1>
      <a:lt1>
        <a:sysClr val="window" lastClr="FFFFFF"/>
      </a:lt1>
      <a:dk2>
        <a:srgbClr val="627186"/>
      </a:dk2>
      <a:lt2>
        <a:srgbClr val="E5E8EC"/>
      </a:lt2>
      <a:accent1>
        <a:srgbClr val="B3BCC8"/>
      </a:accent1>
      <a:accent2>
        <a:srgbClr val="2D76AD"/>
      </a:accent2>
      <a:accent3>
        <a:srgbClr val="414D5C"/>
      </a:accent3>
      <a:accent4>
        <a:srgbClr val="EF0000"/>
      </a:accent4>
      <a:accent5>
        <a:srgbClr val="B5D4EC"/>
      </a:accent5>
      <a:accent6>
        <a:srgbClr val="770000"/>
      </a:accent6>
      <a:hlink>
        <a:srgbClr val="2D76AD"/>
      </a:hlink>
      <a:folHlink>
        <a:srgbClr val="2D76AD"/>
      </a:folHlink>
    </a:clrScheme>
    <a:fontScheme name="Beckhoff">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6350">
          <a:noFill/>
          <a:miter lim="800000"/>
        </a:ln>
      </a:spPr>
      <a:bodyPr lIns="90000" rIns="90000" rtlCol="0" anchor="t"/>
      <a:lstStyle>
        <a:def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1800" kern="1200" baseline="0" dirty="0" smtClean="0">
            <a:solidFill>
              <a:schemeClr val="tx1"/>
            </a:solidFill>
            <a:latin typeface="+mj-lt"/>
            <a:ea typeface="+mn-ea"/>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resentation1" id="{115CB5D5-46FF-4B19-87C5-7EDAA2422B27}" vid="{16A5FBA8-539C-477A-A437-E8172024C034}"/>
    </a:ext>
  </a:extLst>
</a:theme>
</file>

<file path=ppt/theme/theme3.xml><?xml version="1.0" encoding="utf-8"?>
<a:theme xmlns:a="http://schemas.openxmlformats.org/drawingml/2006/main" name="Larissa">
  <a:themeElements>
    <a:clrScheme name="Beckhoff">
      <a:dk1>
        <a:srgbClr val="000000"/>
      </a:dk1>
      <a:lt1>
        <a:sysClr val="window" lastClr="FFFFFF"/>
      </a:lt1>
      <a:dk2>
        <a:srgbClr val="CCD2DA"/>
      </a:dk2>
      <a:lt2>
        <a:srgbClr val="9AA6B6"/>
      </a:lt2>
      <a:accent1>
        <a:srgbClr val="8190A4"/>
      </a:accent1>
      <a:accent2>
        <a:srgbClr val="2D76AD"/>
      </a:accent2>
      <a:accent3>
        <a:srgbClr val="4B5669"/>
      </a:accent3>
      <a:accent4>
        <a:srgbClr val="CCD2DA"/>
      </a:accent4>
      <a:accent5>
        <a:srgbClr val="000000"/>
      </a:accent5>
      <a:accent6>
        <a:srgbClr val="B5D4EC"/>
      </a:accent6>
      <a:hlink>
        <a:srgbClr val="2D76AD"/>
      </a:hlink>
      <a:folHlink>
        <a:srgbClr val="2D76A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664CB276429B41BF353034279E6001" ma:contentTypeVersion="3" ma:contentTypeDescription="Create a new document." ma:contentTypeScope="" ma:versionID="d0e7ac2a935f34d533945a57df77b648">
  <xsd:schema xmlns:xsd="http://www.w3.org/2001/XMLSchema" xmlns:xs="http://www.w3.org/2001/XMLSchema" xmlns:p="http://schemas.microsoft.com/office/2006/metadata/properties" xmlns:ns2="84456ae0-d9c1-4bc5-abba-431b08aa5ed8" xmlns:ns3="9f7c69d3-67e4-405b-9b8d-c23032750dbb" targetNamespace="http://schemas.microsoft.com/office/2006/metadata/properties" ma:root="true" ma:fieldsID="11068a431d55829fe018cf2ca88a481e" ns2:_="" ns3:_="">
    <xsd:import namespace="84456ae0-d9c1-4bc5-abba-431b08aa5ed8"/>
    <xsd:import namespace="9f7c69d3-67e4-405b-9b8d-c23032750d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MediaServiceBillingMetadata" minOccurs="0"/>
                <xsd:element ref="ns3: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456ae0-d9c1-4bc5-abba-431b08aa5e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f7c69d3-67e4-405b-9b8d-c23032750dbb" elementFormDefault="qualified">
    <xsd:import namespace="http://schemas.microsoft.com/office/2006/documentManagement/types"/>
    <xsd:import namespace="http://schemas.microsoft.com/office/infopath/2007/PartnerControls"/>
    <xsd:element name="MediaServiceBillingMetadata" ma:index="12" nillable="true" ma:displayName="MediaServiceBillingMetadata" ma:hidden="true" ma:internalName="MediaServiceBillingMetadata" ma:readOnly="true">
      <xsd:simpleType>
        <xsd:restriction base="dms:Note"/>
      </xsd:simpleType>
    </xsd:element>
    <xsd:element name="_Flow_SignoffStatus" ma:index="13" nillable="true" ma:displayName="Sign-off status" ma:internalName="_x0024_Resources_x003a_core_x002c_Signoff_Status">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Flow_SignoffStatus xmlns="9f7c69d3-67e4-405b-9b8d-c23032750dbb" xsi:nil="true"/>
  </documentManagement>
</p:properties>
</file>

<file path=customXml/itemProps1.xml><?xml version="1.0" encoding="utf-8"?>
<ds:datastoreItem xmlns:ds="http://schemas.openxmlformats.org/officeDocument/2006/customXml" ds:itemID="{E21BE9AF-27A9-4ED5-B1CD-9348B6E2BD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4456ae0-d9c1-4bc5-abba-431b08aa5ed8"/>
    <ds:schemaRef ds:uri="9f7c69d3-67e4-405b-9b8d-c23032750db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B0024D2-3EC9-44DF-9166-798279BF4971}">
  <ds:schemaRefs>
    <ds:schemaRef ds:uri="http://schemas.microsoft.com/sharepoint/v3/contenttype/forms"/>
  </ds:schemaRefs>
</ds:datastoreItem>
</file>

<file path=customXml/itemProps3.xml><?xml version="1.0" encoding="utf-8"?>
<ds:datastoreItem xmlns:ds="http://schemas.openxmlformats.org/officeDocument/2006/customXml" ds:itemID="{188412E1-A1B9-48AC-BC8D-E562D2621251}">
  <ds:schemaRefs>
    <ds:schemaRef ds:uri="http://purl.org/dc/terms/"/>
    <ds:schemaRef ds:uri="84456ae0-d9c1-4bc5-abba-431b08aa5ed8"/>
    <ds:schemaRef ds:uri="http://purl.org/dc/dcmitype/"/>
    <ds:schemaRef ds:uri="http://www.w3.org/XML/1998/namespace"/>
    <ds:schemaRef ds:uri="9f7c69d3-67e4-405b-9b8d-c23032750dbb"/>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849</Words>
  <Application>Microsoft Office PowerPoint</Application>
  <PresentationFormat>寬螢幕</PresentationFormat>
  <Paragraphs>89</Paragraphs>
  <Slides>15</Slides>
  <Notes>1</Notes>
  <HiddenSlides>1</HiddenSlides>
  <MMClips>0</MMClips>
  <ScaleCrop>false</ScaleCrop>
  <HeadingPairs>
    <vt:vector size="6" baseType="variant">
      <vt:variant>
        <vt:lpstr>使用字型</vt:lpstr>
      </vt:variant>
      <vt:variant>
        <vt:i4>5</vt:i4>
      </vt:variant>
      <vt:variant>
        <vt:lpstr>佈景主題</vt:lpstr>
      </vt:variant>
      <vt:variant>
        <vt:i4>2</vt:i4>
      </vt:variant>
      <vt:variant>
        <vt:lpstr>投影片標題</vt:lpstr>
      </vt:variant>
      <vt:variant>
        <vt:i4>15</vt:i4>
      </vt:variant>
    </vt:vector>
  </HeadingPairs>
  <TitlesOfParts>
    <vt:vector size="22" baseType="lpstr">
      <vt:lpstr>Microsoft JhengHei UI</vt:lpstr>
      <vt:lpstr>Arial</vt:lpstr>
      <vt:lpstr>Calibri</vt:lpstr>
      <vt:lpstr>Symbol</vt:lpstr>
      <vt:lpstr>Wingdings</vt:lpstr>
      <vt:lpstr>Beckhoff Standard Slide Master</vt:lpstr>
      <vt:lpstr>Studio Set – For film studio use only!</vt:lpstr>
      <vt:lpstr>HashCode 工程師維護手冊</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元亨 黃</dc:creator>
  <cp:keywords/>
  <cp:lastModifiedBy>Bluce Lai</cp:lastModifiedBy>
  <cp:revision>6</cp:revision>
  <cp:lastPrinted>2016-06-28T12:26:43Z</cp:lastPrinted>
  <dcterms:created xsi:type="dcterms:W3CDTF">2025-11-25T05:19:09Z</dcterms:created>
  <dcterms:modified xsi:type="dcterms:W3CDTF">2026-06-10T04:29:06Z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0x01010086664CB276429B41BF353034279E6001</vt:lpwstr>
  </property>
</Properties>
</file>