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7" r:id="rId4"/>
    <p:sldMasterId id="2147483845" r:id="rId5"/>
  </p:sldMasterIdLst>
  <p:notesMasterIdLst>
    <p:notesMasterId r:id="rId20"/>
  </p:notesMasterIdLst>
  <p:handoutMasterIdLst>
    <p:handoutMasterId r:id="rId21"/>
  </p:handoutMasterIdLst>
  <p:sldIdLst>
    <p:sldId id="4995" r:id="rId6"/>
    <p:sldId id="4996" r:id="rId7"/>
    <p:sldId id="4997" r:id="rId8"/>
    <p:sldId id="4998" r:id="rId9"/>
    <p:sldId id="4999" r:id="rId10"/>
    <p:sldId id="5000" r:id="rId11"/>
    <p:sldId id="5001" r:id="rId12"/>
    <p:sldId id="5002" r:id="rId13"/>
    <p:sldId id="5003" r:id="rId14"/>
    <p:sldId id="5004" r:id="rId15"/>
    <p:sldId id="5005" r:id="rId16"/>
    <p:sldId id="5006" r:id="rId17"/>
    <p:sldId id="5007" r:id="rId18"/>
    <p:sldId id="5008" r:id="rId19"/>
  </p:sldIdLst>
  <p:sldSz cx="12192000" cy="6858000"/>
  <p:notesSz cx="6797675" cy="9926638"/>
  <p:custDataLst>
    <p:tags r:id="rId22"/>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F0000"/>
    <a:srgbClr val="ED53D7"/>
    <a:srgbClr val="D1D7DA"/>
    <a:srgbClr val="9DAFCC"/>
    <a:srgbClr val="4B5669"/>
    <a:srgbClr val="FFFFFF"/>
    <a:srgbClr val="2D76AD"/>
    <a:srgbClr val="215983"/>
    <a:srgbClr val="3D8E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817EA92-75D0-4044-A80A-286907CE0DDC}">
  <a:tblStyle styleId="{0817EA92-75D0-4044-A80A-286907CE0DDC}" styleName="Beckhoff Standard Table Style">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2"/>
          </a:solid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C22544A-7EE6-4342-B048-85BDC9FD1C3A}" styleName="Mittlere Formatvorlage 2 - Akzent 1">
    <a:wholeTbl>
      <a:tcTxStyle>
        <a:fontRef idx="minor">
          <a:prstClr val="black"/>
        </a:fontRef>
        <a:schemeClr val="dk1"/>
      </a:tcTxStyle>
      <a:tcStyle>
        <a:tcBdr>
          <a:left>
            <a:ln w="0" cmpd="sng">
              <a:solidFill>
                <a:schemeClr val="lt1"/>
              </a:solidFill>
            </a:ln>
          </a:left>
          <a:right>
            <a:ln w="0" cmpd="sng">
              <a:solidFill>
                <a:schemeClr val="lt1"/>
              </a:solidFill>
            </a:ln>
          </a:right>
          <a:top>
            <a:ln w="12700" cmpd="sng">
              <a:solidFill>
                <a:schemeClr val="lt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lt1"/>
          </a:solidFill>
        </a:fill>
      </a:tcStyle>
    </a:wholeTbl>
    <a:band1H>
      <a:tcStyle>
        <a:tcBdr/>
      </a:tcStyle>
    </a:band1H>
    <a:band2H>
      <a:tcStyle>
        <a:tcBdr/>
        <a:fill>
          <a:solidFill>
            <a:schemeClr val="lt2">
              <a:tint val="60000"/>
            </a:schemeClr>
          </a:solidFill>
        </a:fill>
      </a:tcStyle>
    </a:band2H>
    <a:band1V>
      <a:tcStyle>
        <a:tcBdr/>
      </a:tcStyle>
    </a:band1V>
    <a:band2V>
      <a:tcStyle>
        <a:tcBdr/>
        <a:fill>
          <a:solidFill>
            <a:schemeClr val="lt2">
              <a:tint val="60000"/>
            </a:schemeClr>
          </a:solidFill>
        </a:fill>
      </a:tcStyle>
    </a:band2V>
    <a:lastCol>
      <a:tcTxStyle b="on">
        <a:fontRef idx="minor">
          <a:prstClr val="black"/>
        </a:fontRef>
        <a:schemeClr val="dk1"/>
      </a:tcTxStyle>
      <a:tcStyle>
        <a:tcBdr/>
        <a:fill>
          <a:solidFill>
            <a:schemeClr val="accent1"/>
          </a:solidFill>
        </a:fill>
      </a:tcStyle>
    </a:lastCol>
    <a:firstCol>
      <a:tcTxStyle b="on">
        <a:fontRef idx="minor">
          <a:prstClr val="black"/>
        </a:fontRef>
        <a:schemeClr val="dk1"/>
      </a:tcTxStyle>
      <a:tcStyle>
        <a:tcBdr/>
        <a:fill>
          <a:solidFill>
            <a:schemeClr val="accent1"/>
          </a:solidFill>
        </a:fill>
      </a:tcStyle>
    </a:firstCol>
    <a:lastRow>
      <a:tcTxStyle b="on">
        <a:fontRef idx="minor">
          <a:prstClr val="black"/>
        </a:fontRef>
        <a:schemeClr val="lt1"/>
      </a:tcTxStyle>
      <a:tcStyle>
        <a:tcBdr>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lastRow>
    <a:firstRow>
      <a:tcTxStyle b="on">
        <a:fontRef idx="minor">
          <a:prstClr val="black"/>
        </a:fontRef>
        <a:schemeClr val="lt1"/>
      </a:tcTxStyle>
      <a:tcStyle>
        <a:tcBdr>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dk2"/>
          </a:solidFill>
        </a:fill>
      </a:tcStyle>
    </a:lastRow>
    <a:firstRow>
      <a:tcTxStyle b="on">
        <a:fontRef idx="minor">
          <a:scrgbClr r="0" g="0" b="0"/>
        </a:fontRef>
        <a:schemeClr val="dk2"/>
      </a:tcTxStyle>
      <a:tcStyle>
        <a:tcBdr/>
        <a:fill>
          <a:solidFill>
            <a:schemeClr val="accent1"/>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dk2"/>
              </a:solidFill>
            </a:ln>
          </a:left>
          <a:right>
            <a:ln w="12700" cmpd="sng">
              <a:solidFill>
                <a:schemeClr val="dk2"/>
              </a:solidFill>
            </a:ln>
          </a:right>
          <a:top>
            <a:ln w="12700" cmpd="sng">
              <a:solidFill>
                <a:schemeClr val="dk2"/>
              </a:solidFill>
            </a:ln>
          </a:top>
          <a:bottom>
            <a:ln w="12700" cmpd="sng">
              <a:solidFill>
                <a:schemeClr val="dk2"/>
              </a:solidFill>
            </a:ln>
          </a:bottom>
          <a:insideH>
            <a:ln w="12700" cmpd="sng">
              <a:solidFill>
                <a:schemeClr val="dk2"/>
              </a:solidFill>
            </a:ln>
          </a:insideH>
          <a:insideV>
            <a:ln w="12700" cmpd="sng">
              <a:solidFill>
                <a:schemeClr val="dk2"/>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dk2"/>
      </a:tcTxStyle>
      <a:tcStyle>
        <a:tcBdr/>
        <a:fill>
          <a:solidFill>
            <a:schemeClr val="accent1"/>
          </a:solidFill>
        </a:fill>
      </a:tcStyle>
    </a:lastCol>
    <a:firstCol>
      <a:tcTxStyle b="on">
        <a:fontRef idx="minor">
          <a:prstClr val="black"/>
        </a:fontRef>
        <a:schemeClr val="dk2"/>
      </a:tcTxStyle>
      <a:tcStyle>
        <a:tcBdr/>
        <a:fill>
          <a:solidFill>
            <a:schemeClr val="accent1"/>
          </a:solidFill>
        </a:fill>
      </a:tcStyle>
    </a:firstCol>
    <a:lastRow>
      <a:tcTxStyle b="on">
        <a:fontRef idx="minor">
          <a:prstClr val="black"/>
        </a:fontRef>
        <a:schemeClr val="dk2"/>
      </a:tcTxStyle>
      <a:tcStyle>
        <a:tcBdr>
          <a:top>
            <a:ln w="38100" cmpd="sng">
              <a:solidFill>
                <a:schemeClr val="dk2"/>
              </a:solidFill>
            </a:ln>
          </a:top>
        </a:tcBdr>
        <a:fill>
          <a:solidFill>
            <a:schemeClr val="accent2"/>
          </a:solidFill>
        </a:fill>
      </a:tcStyle>
    </a:lastRow>
    <a:firstRow>
      <a:tcTxStyle b="on">
        <a:fontRef idx="minor">
          <a:prstClr val="black"/>
        </a:fontRef>
        <a:schemeClr val="dk2"/>
      </a:tcTxStyle>
      <a:tcStyle>
        <a:tcBdr>
          <a:bottom>
            <a:ln w="38100" cmpd="sng">
              <a:solidFill>
                <a:schemeClr val="dk2"/>
              </a:solidFill>
            </a:ln>
          </a:bottom>
        </a:tcBdr>
        <a:fill>
          <a:solidFill>
            <a:schemeClr val="accent2"/>
          </a:solidFill>
        </a:fill>
      </a:tcStyle>
    </a:firstRow>
  </a:tblStyle>
  <a:tblStyle styleId="{9DCAF9ED-07DC-4A11-8D7F-57B35C25682E}" styleName="Mittlere Formatvorlage 1 - Akz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dk2"/>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230" y="43"/>
      </p:cViewPr>
      <p:guideLst/>
    </p:cSldViewPr>
  </p:slideViewPr>
  <p:notesTextViewPr>
    <p:cViewPr>
      <p:scale>
        <a:sx n="1" d="1"/>
        <a:sy n="1" d="1"/>
      </p:scale>
      <p:origin x="0" y="0"/>
    </p:cViewPr>
  </p:notesText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659" cy="496332"/>
          </a:xfrm>
          <a:prstGeom prst="rect">
            <a:avLst/>
          </a:prstGeom>
        </p:spPr>
        <p:txBody>
          <a:bodyPr vert="horz" lIns="91432" tIns="45716" rIns="91432" bIns="45716" rtlCol="0"/>
          <a:lstStyle>
            <a:lvl1pPr algn="l">
              <a:defRPr sz="1200"/>
            </a:lvl1pPr>
          </a:lstStyle>
          <a:p>
            <a:r>
              <a:rPr lang="de-DE"/>
              <a:t>Text der Kopfzeile</a:t>
            </a:r>
          </a:p>
        </p:txBody>
      </p:sp>
      <p:sp>
        <p:nvSpPr>
          <p:cNvPr id="3" name="Datumsplatzhalter 2"/>
          <p:cNvSpPr>
            <a:spLocks noGrp="1"/>
          </p:cNvSpPr>
          <p:nvPr>
            <p:ph type="dt" sz="quarter" idx="1"/>
          </p:nvPr>
        </p:nvSpPr>
        <p:spPr>
          <a:xfrm>
            <a:off x="3850445" y="1"/>
            <a:ext cx="2945659" cy="496332"/>
          </a:xfrm>
          <a:prstGeom prst="rect">
            <a:avLst/>
          </a:prstGeom>
        </p:spPr>
        <p:txBody>
          <a:bodyPr vert="horz" lIns="91432" tIns="45716" rIns="91432" bIns="45716" rtlCol="0"/>
          <a:lstStyle>
            <a:lvl1pPr algn="r">
              <a:defRPr sz="1200"/>
            </a:lvl1pPr>
          </a:lstStyle>
          <a:p>
            <a:fld id="{8F1A36FD-08A9-47F7-8F4B-E50EC98C36E7}" type="datetime1">
              <a:rPr lang="de-DE" smtClean="0"/>
              <a:t>10.06.2026</a:t>
            </a:fld>
            <a:endParaRPr lang="de-DE"/>
          </a:p>
        </p:txBody>
      </p:sp>
      <p:sp>
        <p:nvSpPr>
          <p:cNvPr id="4" name="Fußzeilenplatzhalter 3"/>
          <p:cNvSpPr>
            <a:spLocks noGrp="1"/>
          </p:cNvSpPr>
          <p:nvPr>
            <p:ph type="ftr" sz="quarter" idx="2"/>
          </p:nvPr>
        </p:nvSpPr>
        <p:spPr>
          <a:xfrm>
            <a:off x="1" y="9428584"/>
            <a:ext cx="2945659" cy="496332"/>
          </a:xfrm>
          <a:prstGeom prst="rect">
            <a:avLst/>
          </a:prstGeom>
        </p:spPr>
        <p:txBody>
          <a:bodyPr vert="horz" lIns="91432" tIns="45716" rIns="91432" bIns="45716" rtlCol="0" anchor="b"/>
          <a:lstStyle>
            <a:lvl1pPr algn="l">
              <a:defRPr sz="1200"/>
            </a:lvl1pPr>
          </a:lstStyle>
          <a:p>
            <a:r>
              <a:rPr lang="de-DE"/>
              <a:t>Text der Fußzeile</a:t>
            </a:r>
          </a:p>
        </p:txBody>
      </p:sp>
      <p:sp>
        <p:nvSpPr>
          <p:cNvPr id="5" name="Foliennummernplatzhalter 4"/>
          <p:cNvSpPr>
            <a:spLocks noGrp="1"/>
          </p:cNvSpPr>
          <p:nvPr>
            <p:ph type="sldNum" sz="quarter" idx="3"/>
          </p:nvPr>
        </p:nvSpPr>
        <p:spPr>
          <a:xfrm>
            <a:off x="3850445" y="9428584"/>
            <a:ext cx="2945659" cy="496332"/>
          </a:xfrm>
          <a:prstGeom prst="rect">
            <a:avLst/>
          </a:prstGeom>
        </p:spPr>
        <p:txBody>
          <a:bodyPr vert="horz" lIns="91432" tIns="45716" rIns="91432" bIns="45716" rtlCol="0" anchor="b"/>
          <a:lstStyle>
            <a:lvl1pPr algn="r">
              <a:defRPr sz="1200"/>
            </a:lvl1pPr>
          </a:lstStyle>
          <a:p>
            <a:fld id="{D584D4DD-0EAA-4244-BC03-ECEA8EDC466D}" type="slidenum">
              <a:rPr lang="de-DE" smtClean="0"/>
              <a:t>‹#›</a:t>
            </a:fld>
            <a:endParaRPr lang="de-DE"/>
          </a:p>
        </p:txBody>
      </p:sp>
    </p:spTree>
    <p:extLst>
      <p:ext uri="{BB962C8B-B14F-4D97-AF65-F5344CB8AC3E}">
        <p14:creationId xmlns:p14="http://schemas.microsoft.com/office/powerpoint/2010/main" val="2987791544"/>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oliennummernplatzhalter 6"/>
          <p:cNvSpPr>
            <a:spLocks noGrp="1"/>
          </p:cNvSpPr>
          <p:nvPr>
            <p:ph type="sldNum" sz="quarter" idx="5"/>
          </p:nvPr>
        </p:nvSpPr>
        <p:spPr>
          <a:xfrm>
            <a:off x="2972211" y="9428584"/>
            <a:ext cx="853252" cy="496332"/>
          </a:xfrm>
          <a:prstGeom prst="rect">
            <a:avLst/>
          </a:prstGeom>
        </p:spPr>
        <p:txBody>
          <a:bodyPr vert="horz" lIns="91432" tIns="45716" rIns="91432" bIns="45716" rtlCol="0" anchor="b"/>
          <a:lstStyle>
            <a:lvl1pPr algn="ctr">
              <a:defRPr sz="1200">
                <a:solidFill>
                  <a:schemeClr val="bg2"/>
                </a:solidFill>
              </a:defRPr>
            </a:lvl1pPr>
          </a:lstStyle>
          <a:p>
            <a:fld id="{B280112D-8454-448C-8A04-1F3237E367D5}" type="slidenum">
              <a:rPr lang="de-DE" smtClean="0"/>
              <a:pPr/>
              <a:t>‹#›</a:t>
            </a:fld>
            <a:endParaRPr lang="de-DE"/>
          </a:p>
        </p:txBody>
      </p:sp>
      <p:sp>
        <p:nvSpPr>
          <p:cNvPr id="3" name="Datumsplatzhalter 2"/>
          <p:cNvSpPr>
            <a:spLocks noGrp="1"/>
          </p:cNvSpPr>
          <p:nvPr>
            <p:ph type="dt" idx="1"/>
          </p:nvPr>
        </p:nvSpPr>
        <p:spPr>
          <a:xfrm>
            <a:off x="3850445" y="9430306"/>
            <a:ext cx="2945659" cy="496332"/>
          </a:xfrm>
          <a:prstGeom prst="rect">
            <a:avLst/>
          </a:prstGeom>
        </p:spPr>
        <p:txBody>
          <a:bodyPr vert="horz" lIns="91432" tIns="45716" rIns="179985" bIns="45716" rtlCol="0" anchor="b"/>
          <a:lstStyle>
            <a:lvl1pPr algn="r">
              <a:defRPr sz="1000">
                <a:solidFill>
                  <a:schemeClr val="bg2"/>
                </a:solidFill>
              </a:defRPr>
            </a:lvl1pPr>
          </a:lstStyle>
          <a:p>
            <a:fld id="{0A2346E5-778D-4A7C-BA30-768202CBF653}" type="datetime1">
              <a:rPr lang="de-DE" smtClean="0"/>
              <a:t>10.06.2026</a:t>
            </a:fld>
            <a:endParaRPr lang="de-DE"/>
          </a:p>
        </p:txBody>
      </p:sp>
      <p:sp>
        <p:nvSpPr>
          <p:cNvPr id="4" name="Folienbildplatzhalter 3"/>
          <p:cNvSpPr>
            <a:spLocks noGrp="1" noRot="1" noChangeAspect="1"/>
          </p:cNvSpPr>
          <p:nvPr>
            <p:ph type="sldImg" idx="2"/>
          </p:nvPr>
        </p:nvSpPr>
        <p:spPr>
          <a:xfrm>
            <a:off x="44" y="0"/>
            <a:ext cx="6796059" cy="3823379"/>
          </a:xfrm>
          <a:prstGeom prst="rect">
            <a:avLst/>
          </a:prstGeom>
          <a:noFill/>
          <a:ln w="6350">
            <a:solidFill>
              <a:schemeClr val="tx2"/>
            </a:solidFill>
          </a:ln>
        </p:spPr>
        <p:txBody>
          <a:bodyPr vert="horz" lIns="91432" tIns="45716" rIns="91432" bIns="45716" rtlCol="0" anchor="ctr"/>
          <a:lstStyle/>
          <a:p>
            <a:endParaRPr lang="de-DE"/>
          </a:p>
        </p:txBody>
      </p:sp>
      <p:sp>
        <p:nvSpPr>
          <p:cNvPr id="6" name="Fußzeilenplatzhalter 5"/>
          <p:cNvSpPr>
            <a:spLocks noGrp="1"/>
          </p:cNvSpPr>
          <p:nvPr>
            <p:ph type="ftr" sz="quarter" idx="4"/>
          </p:nvPr>
        </p:nvSpPr>
        <p:spPr>
          <a:xfrm>
            <a:off x="1" y="9428584"/>
            <a:ext cx="2945659" cy="496332"/>
          </a:xfrm>
          <a:prstGeom prst="rect">
            <a:avLst/>
          </a:prstGeom>
        </p:spPr>
        <p:txBody>
          <a:bodyPr vert="horz" lIns="179985" tIns="45716" rIns="91432" bIns="45716" rtlCol="0" anchor="b"/>
          <a:lstStyle>
            <a:lvl1pPr algn="l">
              <a:defRPr sz="1000">
                <a:solidFill>
                  <a:schemeClr val="bg2"/>
                </a:solidFill>
              </a:defRPr>
            </a:lvl1pPr>
          </a:lstStyle>
          <a:p>
            <a:r>
              <a:rPr lang="de-DE"/>
              <a:t>Text der Fußzeile</a:t>
            </a:r>
          </a:p>
        </p:txBody>
      </p:sp>
      <p:cxnSp>
        <p:nvCxnSpPr>
          <p:cNvPr id="9" name="Gerader Verbinder 8"/>
          <p:cNvCxnSpPr/>
          <p:nvPr/>
        </p:nvCxnSpPr>
        <p:spPr>
          <a:xfrm>
            <a:off x="1" y="9430306"/>
            <a:ext cx="679767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Notizenplatzhalter 4"/>
          <p:cNvSpPr>
            <a:spLocks noGrp="1"/>
          </p:cNvSpPr>
          <p:nvPr>
            <p:ph type="body" sz="quarter" idx="3"/>
          </p:nvPr>
        </p:nvSpPr>
        <p:spPr>
          <a:xfrm>
            <a:off x="1" y="3823379"/>
            <a:ext cx="6796102" cy="5606927"/>
          </a:xfrm>
          <a:prstGeom prst="rect">
            <a:avLst/>
          </a:prstGeom>
        </p:spPr>
        <p:txBody>
          <a:bodyPr vert="horz" lIns="252000" tIns="190784" rIns="179985" bIns="45716"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1620462188"/>
      </p:ext>
    </p:extLst>
  </p:cSld>
  <p:clrMap bg1="lt1" tx1="dk1" bg2="lt2" tx2="dk2" accent1="accent1" accent2="accent2" accent3="accent3" accent4="accent4" accent5="accent5" accent6="accent6" hlink="hlink" folHlink="folHlink"/>
  <p:hf/>
  <p:notesStyle>
    <a:lvl1pPr marL="180000" indent="-180000" algn="l" defTabSz="914400" rtl="0" eaLnBrk="1" latinLnBrk="0" hangingPunct="1">
      <a:buFont typeface="Wingdings" panose="05000000000000000000" pitchFamily="2" charset="2"/>
      <a:buChar char="§"/>
      <a:defRPr sz="1200" kern="1200">
        <a:solidFill>
          <a:schemeClr val="tx1"/>
        </a:solidFill>
        <a:latin typeface="+mn-lt"/>
        <a:ea typeface="+mn-ea"/>
        <a:cs typeface="+mn-cs"/>
      </a:defRPr>
    </a:lvl1pPr>
    <a:lvl2pPr marL="378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2pPr>
    <a:lvl3pPr marL="576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3pPr>
    <a:lvl4pPr marL="774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4pPr>
    <a:lvl5pPr marL="972000" indent="-180000" algn="l" defTabSz="914400" rtl="0" eaLnBrk="1" latinLnBrk="0" hangingPunct="1">
      <a:buFont typeface="Symbol" panose="05050102010706020507" pitchFamily="18"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329CA-CDFE-6548-730A-654E85F6D388}"/>
            </a:ext>
          </a:extLst>
        </p:cNvPr>
        <p:cNvGrpSpPr/>
        <p:nvPr/>
      </p:nvGrpSpPr>
      <p:grpSpPr>
        <a:xfrm>
          <a:off x="0" y="0"/>
          <a:ext cx="0" cy="0"/>
          <a:chOff x="0" y="0"/>
          <a:chExt cx="0" cy="0"/>
        </a:xfrm>
      </p:grpSpPr>
      <p:sp>
        <p:nvSpPr>
          <p:cNvPr id="5" name="Foliennummernplatzhalter 4">
            <a:extLst>
              <a:ext uri="{FF2B5EF4-FFF2-40B4-BE49-F238E27FC236}">
                <a16:creationId xmlns:a16="http://schemas.microsoft.com/office/drawing/2014/main" id="{8FA40536-BFA4-F0BA-9A20-617AE0055F59}"/>
              </a:ext>
            </a:extLst>
          </p:cNvPr>
          <p:cNvSpPr>
            <a:spLocks noGrp="1"/>
          </p:cNvSpPr>
          <p:nvPr>
            <p:ph type="sldNum" sz="quarter" idx="10"/>
          </p:nvPr>
        </p:nvSpPr>
        <p:spPr/>
        <p:txBody>
          <a:bodyPr/>
          <a:lstStyle/>
          <a:p>
            <a:fld id="{B280112D-8454-448C-8A04-1F3237E367D5}" type="slidenum">
              <a:rPr lang="de-DE" smtClean="0"/>
              <a:pPr/>
              <a:t>1</a:t>
            </a:fld>
            <a:endParaRPr lang="de-DE"/>
          </a:p>
        </p:txBody>
      </p:sp>
      <p:sp>
        <p:nvSpPr>
          <p:cNvPr id="6" name="Datumsplatzhalter 5">
            <a:extLst>
              <a:ext uri="{FF2B5EF4-FFF2-40B4-BE49-F238E27FC236}">
                <a16:creationId xmlns:a16="http://schemas.microsoft.com/office/drawing/2014/main" id="{5794F84B-EDC6-0E77-BDD7-25453375A172}"/>
              </a:ext>
            </a:extLst>
          </p:cNvPr>
          <p:cNvSpPr>
            <a:spLocks noGrp="1"/>
          </p:cNvSpPr>
          <p:nvPr>
            <p:ph type="dt" idx="11"/>
          </p:nvPr>
        </p:nvSpPr>
        <p:spPr/>
        <p:txBody>
          <a:bodyPr/>
          <a:lstStyle/>
          <a:p>
            <a:fld id="{4863E548-1A9A-454F-A8B8-883CE7E82459}" type="datetime1">
              <a:rPr lang="de-DE" smtClean="0"/>
              <a:t>10.06.2026</a:t>
            </a:fld>
            <a:endParaRPr lang="de-DE"/>
          </a:p>
        </p:txBody>
      </p:sp>
      <p:sp>
        <p:nvSpPr>
          <p:cNvPr id="7" name="Fußzeilenplatzhalter 6">
            <a:extLst>
              <a:ext uri="{FF2B5EF4-FFF2-40B4-BE49-F238E27FC236}">
                <a16:creationId xmlns:a16="http://schemas.microsoft.com/office/drawing/2014/main" id="{95C2C842-50ED-2E53-1905-4A1FF4120DAF}"/>
              </a:ext>
            </a:extLst>
          </p:cNvPr>
          <p:cNvSpPr>
            <a:spLocks noGrp="1"/>
          </p:cNvSpPr>
          <p:nvPr>
            <p:ph type="ftr" sz="quarter" idx="12"/>
          </p:nvPr>
        </p:nvSpPr>
        <p:spPr/>
        <p:txBody>
          <a:bodyPr/>
          <a:lstStyle/>
          <a:p>
            <a:r>
              <a:rPr lang="de-DE"/>
              <a:t>Text der Fußzeile</a:t>
            </a:r>
          </a:p>
        </p:txBody>
      </p:sp>
      <p:sp>
        <p:nvSpPr>
          <p:cNvPr id="20" name="Folienbildplatzhalter 19">
            <a:extLst>
              <a:ext uri="{FF2B5EF4-FFF2-40B4-BE49-F238E27FC236}">
                <a16:creationId xmlns:a16="http://schemas.microsoft.com/office/drawing/2014/main" id="{61FA193D-B684-3645-7CD0-0823F4436F86}"/>
              </a:ext>
            </a:extLst>
          </p:cNvPr>
          <p:cNvSpPr>
            <a:spLocks noGrp="1" noRot="1" noChangeAspect="1"/>
          </p:cNvSpPr>
          <p:nvPr>
            <p:ph type="sldImg"/>
          </p:nvPr>
        </p:nvSpPr>
        <p:spPr>
          <a:xfrm>
            <a:off x="0" y="0"/>
            <a:ext cx="6796088" cy="3822700"/>
          </a:xfrm>
        </p:spPr>
      </p:sp>
      <p:sp>
        <p:nvSpPr>
          <p:cNvPr id="21" name="Notizenplatzhalter 20">
            <a:extLst>
              <a:ext uri="{FF2B5EF4-FFF2-40B4-BE49-F238E27FC236}">
                <a16:creationId xmlns:a16="http://schemas.microsoft.com/office/drawing/2014/main" id="{04AE0355-AA45-FA08-27B3-AD3A1E607001}"/>
              </a:ext>
            </a:extLst>
          </p:cNvPr>
          <p:cNvSpPr>
            <a:spLocks noGrp="1"/>
          </p:cNvSpPr>
          <p:nvPr>
            <p:ph type="body" idx="1"/>
          </p:nvPr>
        </p:nvSpPr>
        <p:spPr/>
        <p:txBody>
          <a:bodyPr/>
          <a:lstStyle/>
          <a:p>
            <a:endParaRPr lang="de-DE"/>
          </a:p>
        </p:txBody>
      </p:sp>
    </p:spTree>
    <p:extLst>
      <p:ext uri="{BB962C8B-B14F-4D97-AF65-F5344CB8AC3E}">
        <p14:creationId xmlns:p14="http://schemas.microsoft.com/office/powerpoint/2010/main" val="8160684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p:txBody>
          <a:bodyPr/>
          <a:lstStyle/>
          <a:p>
            <a:r>
              <a:rPr lang="en-US" noProof="0"/>
              <a:t>Click to add title</a:t>
            </a:r>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Tree>
    <p:extLst>
      <p:ext uri="{BB962C8B-B14F-4D97-AF65-F5344CB8AC3E}">
        <p14:creationId xmlns:p14="http://schemas.microsoft.com/office/powerpoint/2010/main" val="1904974950"/>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4" name="Bildplatzhalter 4">
            <a:extLst>
              <a:ext uri="{FF2B5EF4-FFF2-40B4-BE49-F238E27FC236}">
                <a16:creationId xmlns:a16="http://schemas.microsoft.com/office/drawing/2014/main" id="{BEB5B190-D0A3-AC11-C0F7-34A199D80B7B}"/>
              </a:ext>
            </a:extLst>
          </p:cNvPr>
          <p:cNvPicPr>
            <a:picLocks noChangeAspect="1"/>
          </p:cNvPicPr>
          <p:nvPr userDrawn="1"/>
        </p:nvPicPr>
        <p:blipFill>
          <a:blip r:embed="rId2"/>
          <a:srcRect t="7942" b="7942"/>
          <a:stretch/>
        </p:blipFill>
        <p:spPr bwMode="gray">
          <a:xfrm>
            <a:off x="0" y="1090613"/>
            <a:ext cx="12199938" cy="5767387"/>
          </a:xfrm>
          <a:prstGeom prst="rect">
            <a:avLst/>
          </a:prstGeom>
        </p:spPr>
      </p:pic>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solidFill>
            <a:schemeClr val="bg1">
              <a:alpha val="75000"/>
            </a:schemeClr>
          </a:solid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en-US" noProof="0"/>
              <a:t>Click to add title</a:t>
            </a:r>
          </a:p>
        </p:txBody>
      </p:sp>
    </p:spTree>
    <p:extLst>
      <p:ext uri="{BB962C8B-B14F-4D97-AF65-F5344CB8AC3E}">
        <p14:creationId xmlns:p14="http://schemas.microsoft.com/office/powerpoint/2010/main" val="143234255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3B0A109D-E349-898C-3870-A23E837EA217}"/>
              </a:ext>
            </a:extLst>
          </p:cNvPr>
          <p:cNvSpPr/>
          <p:nvPr userDrawn="1"/>
        </p:nvSpPr>
        <p:spPr>
          <a:xfrm>
            <a:off x="6097200" y="0"/>
            <a:ext cx="609480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
        <p:nvSpPr>
          <p:cNvPr id="9" name="Bildplatzhalter 8">
            <a:extLst>
              <a:ext uri="{FF2B5EF4-FFF2-40B4-BE49-F238E27FC236}">
                <a16:creationId xmlns:a16="http://schemas.microsoft.com/office/drawing/2014/main" id="{7BB408B2-8A2E-E24C-2AB4-F914BA28FF4D}"/>
              </a:ext>
            </a:extLst>
          </p:cNvPr>
          <p:cNvSpPr>
            <a:spLocks noGrp="1"/>
          </p:cNvSpPr>
          <p:nvPr>
            <p:ph type="pic" sz="quarter" idx="12" hasCustomPrompt="1"/>
          </p:nvPr>
        </p:nvSpPr>
        <p:spPr>
          <a:xfrm>
            <a:off x="6097200" y="0"/>
            <a:ext cx="6094800" cy="6858000"/>
          </a:xfrm>
        </p:spPr>
        <p:txBody>
          <a:bodyPr/>
          <a:lstStyle>
            <a:lvl1pPr marL="0" indent="0">
              <a:buNone/>
              <a:defRPr/>
            </a:lvl1pPr>
          </a:lstStyle>
          <a:p>
            <a:r>
              <a:rPr lang="en-US" noProof="0"/>
              <a:t>Click on symbol to add picture</a:t>
            </a:r>
          </a:p>
        </p:txBody>
      </p:sp>
    </p:spTree>
    <p:extLst>
      <p:ext uri="{BB962C8B-B14F-4D97-AF65-F5344CB8AC3E}">
        <p14:creationId xmlns:p14="http://schemas.microsoft.com/office/powerpoint/2010/main" val="1762592289"/>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651048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527220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8136000" y="3981600"/>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8136000" y="1090799"/>
            <a:ext cx="4064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3953341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451382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6098400" cy="4321414"/>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586413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4" name="Title"/>
          <p:cNvSpPr>
            <a:spLocks noGrp="1"/>
          </p:cNvSpPr>
          <p:nvPr>
            <p:ph type="title" hasCustomPrompt="1"/>
          </p:nvPr>
        </p:nvSpPr>
        <p:spPr>
          <a:xfrm>
            <a:off x="0" y="450001"/>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80518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3045600" cy="2883600"/>
          </a:xfr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p:txBody>
      </p:sp>
      <p:sp>
        <p:nvSpPr>
          <p:cNvPr id="3" name="Picture Placeholder 2"/>
          <p:cNvSpPr>
            <a:spLocks noGrp="1"/>
          </p:cNvSpPr>
          <p:nvPr>
            <p:ph type="pic" sz="quarter" idx="16" hasCustomPrompt="1"/>
          </p:nvPr>
        </p:nvSpPr>
        <p:spPr bwMode="gray">
          <a:xfrm>
            <a:off x="6098400" y="3981600"/>
            <a:ext cx="3045600" cy="2883600"/>
          </a:xfr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4" name="Picture Placeholder 1"/>
          <p:cNvSpPr>
            <a:spLocks noGrp="1"/>
          </p:cNvSpPr>
          <p:nvPr>
            <p:ph type="pic" sz="quarter" idx="14"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7806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10"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7351559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68514394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baseline="0"/>
            </a:lvl1pPr>
          </a:lstStyle>
          <a:p>
            <a:pPr lvl="0"/>
            <a:r>
              <a:rPr lang="en-US" noProof="0"/>
              <a:t>Click to edit text</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4973679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0" name="Picture Placeholder 1"/>
          <p:cNvSpPr>
            <a:spLocks noGrp="1"/>
          </p:cNvSpPr>
          <p:nvPr>
            <p:ph type="pic" sz="quarter" idx="14" hasCustomPrompt="1"/>
          </p:nvPr>
        </p:nvSpPr>
        <p:spPr bwMode="gray">
          <a:xfrm>
            <a:off x="0" y="1090800"/>
            <a:ext cx="122004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solidFill>
            <a:srgbClr val="FFFFFF">
              <a:alpha val="74902"/>
            </a:srgbClr>
          </a:solidFill>
        </p:spPr>
        <p:txBody>
          <a:bodyPr lIns="450000" tIns="190800"/>
          <a:lstStyle>
            <a:lvl1pPr>
              <a:defRPr sz="1800" baseline="0"/>
            </a:lvl1pPr>
            <a:lvl2pPr marL="360362" indent="0">
              <a:buNone/>
              <a:defRPr/>
            </a:lvl2pPr>
          </a:lstStyle>
          <a:p>
            <a:pPr lvl="0"/>
            <a:r>
              <a:rPr lang="en-US" noProof="0"/>
              <a:t>Click to edit text </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38388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1090800"/>
            <a:ext cx="12201600" cy="57672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7"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5116482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5" name="Title 1"/>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11857753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1090800"/>
            <a:ext cx="6098400" cy="57672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4541835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9816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1090800"/>
            <a:ext cx="60984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9181446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9816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1" name="Picture Placeholder 3"/>
          <p:cNvSpPr>
            <a:spLocks noGrp="1"/>
          </p:cNvSpPr>
          <p:nvPr>
            <p:ph type="pic" sz="quarter" idx="12" hasCustomPrompt="1"/>
          </p:nvPr>
        </p:nvSpPr>
        <p:spPr bwMode="gray">
          <a:xfrm>
            <a:off x="81360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28836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b"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33713630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9500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3020400"/>
            <a:ext cx="4065600" cy="19224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30204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3"/>
          <p:cNvSpPr>
            <a:spLocks noGrp="1"/>
          </p:cNvSpPr>
          <p:nvPr>
            <p:ph type="pic" sz="quarter" idx="12" hasCustomPrompt="1"/>
          </p:nvPr>
        </p:nvSpPr>
        <p:spPr bwMode="gray">
          <a:xfrm>
            <a:off x="81360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44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1090800"/>
            <a:ext cx="4065600" cy="19224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9354380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a:t>Click on symbol to add v</a:t>
            </a:r>
            <a:r>
              <a:rPr lang="en-US" err="1"/>
              <a:t>ideo</a:t>
            </a:r>
            <a:r>
              <a:rPr lang="en-US"/>
              <a:t> in 16:9 </a:t>
            </a:r>
            <a:r>
              <a:rPr lang="en-US" err="1"/>
              <a:t>format</a:t>
            </a:r>
            <a:endParaRPr lang="en-US"/>
          </a:p>
        </p:txBody>
      </p:sp>
    </p:spTree>
    <p:extLst>
      <p:ext uri="{BB962C8B-B14F-4D97-AF65-F5344CB8AC3E}">
        <p14:creationId xmlns:p14="http://schemas.microsoft.com/office/powerpoint/2010/main" val="2105187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31885754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lvl="0"/>
            <a:r>
              <a:rPr lang="en-US" noProof="0"/>
              <a:t>Click to add title</a:t>
            </a:r>
          </a:p>
        </p:txBody>
      </p:sp>
    </p:spTree>
    <p:extLst>
      <p:ext uri="{BB962C8B-B14F-4D97-AF65-F5344CB8AC3E}">
        <p14:creationId xmlns:p14="http://schemas.microsoft.com/office/powerpoint/2010/main" val="267222478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lvl1pPr>
          </a:lstStyle>
          <a:p>
            <a:pPr marL="0" lvl="0"/>
            <a:r>
              <a:rPr lang="en-US" noProof="0"/>
              <a:t>Click to add title</a:t>
            </a:r>
          </a:p>
        </p:txBody>
      </p:sp>
    </p:spTree>
    <p:extLst>
      <p:ext uri="{BB962C8B-B14F-4D97-AF65-F5344CB8AC3E}">
        <p14:creationId xmlns:p14="http://schemas.microsoft.com/office/powerpoint/2010/main" val="127678650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Empty silver-blue ">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1089024"/>
            <a:ext cx="12192000" cy="5768975"/>
          </a:xfrm>
          <a:prstGeom prst="rect">
            <a:avLst/>
          </a:prstGeom>
          <a:ln w="6350">
            <a:solidFill>
              <a:schemeClr val="bg1">
                <a:lumMod val="95000"/>
              </a:schemeClr>
            </a:solidFill>
          </a:ln>
        </p:spPr>
      </p:pic>
      <p:sp>
        <p:nvSpPr>
          <p:cNvPr id="6" name="Title"/>
          <p:cNvSpPr>
            <a:spLocks noGrp="1"/>
          </p:cNvSpPr>
          <p:nvPr>
            <p:ph type="title" hasCustomPrompt="1"/>
          </p:nvPr>
        </p:nvSpPr>
        <p:spPr>
          <a:xfrm>
            <a:off x="-1" y="450787"/>
            <a:ext cx="10137600" cy="629367"/>
          </a:xfrm>
          <a:prstGeom prst="rect">
            <a:avLst/>
          </a:prstGeom>
        </p:spPr>
        <p:txBody>
          <a:bodyPr vert="horz" wrap="square" lIns="450000" tIns="144000" rIns="90000" bIns="144000" rtlCol="0" anchor="b" anchorCtr="0">
            <a:spAutoFit/>
          </a:bodyPr>
          <a:lstStyle>
            <a:lvl1pPr>
              <a:defRPr lang="en-US" noProof="0" dirty="0">
                <a:solidFill>
                  <a:schemeClr val="bg1"/>
                </a:solidFill>
              </a:defRPr>
            </a:lvl1pPr>
          </a:lstStyle>
          <a:p>
            <a:pPr marL="0" lvl="0"/>
            <a:r>
              <a:rPr lang="en-US" noProof="0"/>
              <a:t>Click to add title</a:t>
            </a:r>
          </a:p>
        </p:txBody>
      </p:sp>
    </p:spTree>
    <p:extLst>
      <p:ext uri="{BB962C8B-B14F-4D97-AF65-F5344CB8AC3E}">
        <p14:creationId xmlns:p14="http://schemas.microsoft.com/office/powerpoint/2010/main" val="113534896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GmbH &amp; Co. KG</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a:t>Phone:	+49 5246 963-0  </a:t>
            </a:r>
          </a:p>
          <a:p>
            <a:pPr>
              <a:buFont typeface="Wingdings" panose="05000000000000000000" pitchFamily="2" charset="2"/>
              <a:buNone/>
            </a:pPr>
            <a:r>
              <a:rPr lang="en-US" altLang="en-US" sz="1600" noProof="0"/>
              <a:t>E-mail:	info@beckhoff.com </a:t>
            </a:r>
          </a:p>
          <a:p>
            <a:pPr>
              <a:buFont typeface="Wingdings" panose="05000000000000000000" pitchFamily="2" charset="2"/>
              <a:buNone/>
            </a:pPr>
            <a:r>
              <a:rPr lang="en-US" altLang="en-US" sz="1600" noProof="0"/>
              <a:t>Web:	www.beckhoff.com </a:t>
            </a:r>
            <a:r>
              <a:rPr lang="en-US" altLang="en-US" sz="1600" b="1" noProof="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a:t>Beckhoff Automation GmbH &amp; Co. KG </a:t>
            </a:r>
            <a:br>
              <a:rPr lang="en-US" altLang="en-US" sz="1600" noProof="0"/>
            </a:br>
            <a:r>
              <a:rPr lang="en-US" altLang="en-US" sz="1600" b="0" noProof="0"/>
              <a:t>Headquarters </a:t>
            </a:r>
            <a:br>
              <a:rPr lang="en-US" altLang="en-US" sz="1600" b="0" noProof="0"/>
            </a:br>
            <a:r>
              <a:rPr lang="en-US" altLang="en-US" sz="1600" b="0" noProof="0"/>
              <a:t>Huelshorstweg 20 </a:t>
            </a:r>
            <a:br>
              <a:rPr lang="en-US" altLang="en-US" sz="1600" b="0" noProof="0"/>
            </a:br>
            <a:r>
              <a:rPr lang="en-US" altLang="en-US" sz="1600" b="0" noProof="0"/>
              <a:t>33415 Verl </a:t>
            </a:r>
            <a:br>
              <a:rPr lang="en-US" altLang="en-US" sz="1600" b="0" noProof="0"/>
            </a:br>
            <a:r>
              <a:rPr lang="en-US" altLang="en-US" sz="1600" b="0" noProof="0"/>
              <a:t>Germany </a:t>
            </a:r>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t>Contact</a:t>
            </a:r>
          </a:p>
        </p:txBody>
      </p:sp>
    </p:spTree>
    <p:extLst>
      <p:ext uri="{BB962C8B-B14F-4D97-AF65-F5344CB8AC3E}">
        <p14:creationId xmlns:p14="http://schemas.microsoft.com/office/powerpoint/2010/main" val="38510568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a:latin typeface="+mj-lt"/>
              </a:rPr>
              <a:t>© Beckhoff Automation GmbH &amp; Co. KG</a:t>
            </a:r>
          </a:p>
          <a:p>
            <a:endParaRPr lang="de-DE" altLang="de-DE" sz="1200" noProof="0">
              <a:latin typeface="+mj-lt"/>
            </a:endParaRPr>
          </a:p>
          <a:p>
            <a:pPr>
              <a:buFont typeface="Wingdings" panose="05000000000000000000" pitchFamily="2" charset="2"/>
              <a:buNone/>
            </a:pPr>
            <a:r>
              <a:rPr lang="de-DE" altLang="de-DE" sz="1200" noProof="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sz="1200" b="0" i="0">
                <a:solidFill>
                  <a:srgbClr val="111111"/>
                </a:solidFill>
                <a:effectLst/>
                <a:latin typeface="+mj-lt"/>
              </a:rPr>
              <a:t>Beckhoff</a:t>
            </a:r>
            <a:r>
              <a:rPr lang="de-DE" sz="1200" b="0" i="0" baseline="30000">
                <a:solidFill>
                  <a:srgbClr val="111111"/>
                </a:solidFill>
                <a:effectLst/>
                <a:latin typeface="+mj-lt"/>
              </a:rPr>
              <a:t>®</a:t>
            </a:r>
            <a:r>
              <a:rPr lang="de-DE" sz="1200" b="0" i="0">
                <a:solidFill>
                  <a:srgbClr val="111111"/>
                </a:solidFill>
                <a:effectLst/>
                <a:latin typeface="+mj-lt"/>
              </a:rPr>
              <a:t>, TwinCAT</a:t>
            </a:r>
            <a:r>
              <a:rPr lang="de-DE" sz="1200" b="0" i="0" baseline="30000">
                <a:solidFill>
                  <a:srgbClr val="111111"/>
                </a:solidFill>
                <a:effectLst/>
                <a:latin typeface="+mj-lt"/>
              </a:rPr>
              <a:t>®</a:t>
            </a:r>
            <a:r>
              <a:rPr lang="de-DE" sz="1200" b="0" i="0">
                <a:solidFill>
                  <a:srgbClr val="111111"/>
                </a:solidFill>
                <a:effectLst/>
                <a:latin typeface="+mj-lt"/>
              </a:rPr>
              <a:t>, TwinCAT/BSD</a:t>
            </a:r>
            <a:r>
              <a:rPr lang="de-DE" sz="1200" b="0" i="0" baseline="30000">
                <a:solidFill>
                  <a:srgbClr val="111111"/>
                </a:solidFill>
                <a:effectLst/>
                <a:latin typeface="+mj-lt"/>
              </a:rPr>
              <a:t>®</a:t>
            </a:r>
            <a:r>
              <a:rPr lang="de-DE" sz="1200" b="0" i="0">
                <a:solidFill>
                  <a:srgbClr val="111111"/>
                </a:solidFill>
                <a:effectLst/>
                <a:latin typeface="+mj-lt"/>
              </a:rPr>
              <a:t>, TC/BSD</a:t>
            </a:r>
            <a:r>
              <a:rPr lang="de-DE" sz="1200" b="0" i="0" baseline="30000">
                <a:solidFill>
                  <a:srgbClr val="111111"/>
                </a:solidFill>
                <a:effectLst/>
                <a:latin typeface="+mj-lt"/>
              </a:rPr>
              <a:t>®</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EtherCAT G</a:t>
            </a:r>
            <a:r>
              <a:rPr lang="de-DE" sz="1200" b="0" i="0" baseline="30000">
                <a:solidFill>
                  <a:srgbClr val="111111"/>
                </a:solidFill>
                <a:effectLst/>
                <a:latin typeface="+mj-lt"/>
              </a:rPr>
              <a:t>®</a:t>
            </a:r>
            <a:r>
              <a:rPr lang="de-DE" sz="1200" b="0" i="0">
                <a:solidFill>
                  <a:srgbClr val="111111"/>
                </a:solidFill>
                <a:effectLst/>
                <a:latin typeface="+mj-lt"/>
              </a:rPr>
              <a:t>, EtherCAT G10</a:t>
            </a:r>
            <a:r>
              <a:rPr lang="de-DE" sz="1200" b="0" i="0" baseline="30000">
                <a:solidFill>
                  <a:srgbClr val="111111"/>
                </a:solidFill>
                <a:effectLst/>
                <a:latin typeface="+mj-lt"/>
              </a:rPr>
              <a:t>®</a:t>
            </a:r>
            <a:r>
              <a:rPr lang="de-DE" sz="1200" b="0" i="0">
                <a:solidFill>
                  <a:srgbClr val="111111"/>
                </a:solidFill>
                <a:effectLst/>
                <a:latin typeface="+mj-lt"/>
              </a:rPr>
              <a:t>, EtherCAT P</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Safety</a:t>
            </a:r>
            <a:r>
              <a:rPr lang="de-DE" sz="1200" b="0" i="0">
                <a:solidFill>
                  <a:srgbClr val="111111"/>
                </a:solidFill>
                <a:effectLst/>
                <a:latin typeface="+mj-lt"/>
              </a:rPr>
              <a:t> </a:t>
            </a:r>
            <a:r>
              <a:rPr lang="de-DE" sz="1200" b="0" i="0" err="1">
                <a:solidFill>
                  <a:srgbClr val="111111"/>
                </a:solidFill>
                <a:effectLst/>
                <a:latin typeface="+mj-lt"/>
              </a:rPr>
              <a:t>over</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TwinSAFE</a:t>
            </a:r>
            <a:r>
              <a:rPr lang="de-DE" sz="1200" b="0" i="0" baseline="30000">
                <a:solidFill>
                  <a:srgbClr val="111111"/>
                </a:solidFill>
                <a:effectLst/>
                <a:latin typeface="+mj-lt"/>
              </a:rPr>
              <a:t>®</a:t>
            </a:r>
            <a:r>
              <a:rPr lang="de-DE" sz="1200" b="0" i="0">
                <a:solidFill>
                  <a:srgbClr val="111111"/>
                </a:solidFill>
                <a:effectLst/>
                <a:latin typeface="+mj-lt"/>
              </a:rPr>
              <a:t>, XFC</a:t>
            </a:r>
            <a:r>
              <a:rPr lang="de-DE" sz="1200" b="0" i="0" baseline="30000">
                <a:solidFill>
                  <a:srgbClr val="111111"/>
                </a:solidFill>
                <a:effectLst/>
                <a:latin typeface="+mj-lt"/>
              </a:rPr>
              <a:t>®</a:t>
            </a:r>
            <a:r>
              <a:rPr lang="de-DE" sz="1200" b="0" i="0">
                <a:solidFill>
                  <a:srgbClr val="111111"/>
                </a:solidFill>
                <a:effectLst/>
                <a:latin typeface="+mj-lt"/>
              </a:rPr>
              <a:t>, XTS</a:t>
            </a:r>
            <a:r>
              <a:rPr lang="de-DE" sz="1200" b="0" i="0" baseline="30000">
                <a:solidFill>
                  <a:srgbClr val="111111"/>
                </a:solidFill>
                <a:effectLst/>
                <a:latin typeface="+mj-lt"/>
              </a:rPr>
              <a:t>®</a:t>
            </a:r>
            <a:r>
              <a:rPr lang="de-DE" sz="1200" b="0" i="0">
                <a:solidFill>
                  <a:srgbClr val="111111"/>
                </a:solidFill>
                <a:effectLst/>
                <a:latin typeface="+mj-lt"/>
              </a:rPr>
              <a:t> und </a:t>
            </a:r>
            <a:r>
              <a:rPr lang="de-DE" sz="1200" b="0" i="0" err="1">
                <a:solidFill>
                  <a:srgbClr val="111111"/>
                </a:solidFill>
                <a:effectLst/>
                <a:latin typeface="+mj-lt"/>
              </a:rPr>
              <a:t>XPlanar</a:t>
            </a:r>
            <a:r>
              <a:rPr lang="de-DE" sz="1200" b="0" i="0" baseline="30000">
                <a:solidFill>
                  <a:srgbClr val="111111"/>
                </a:solidFill>
                <a:effectLst/>
                <a:latin typeface="+mj-lt"/>
              </a:rPr>
              <a:t>®</a:t>
            </a:r>
            <a:r>
              <a:rPr lang="de-DE" sz="1200" b="0" i="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altLang="de-DE" sz="1200" noProof="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a:t>Telefon:	+49 5246 963-0  </a:t>
            </a:r>
          </a:p>
          <a:p>
            <a:pPr>
              <a:buFont typeface="Wingdings" panose="05000000000000000000" pitchFamily="2" charset="2"/>
              <a:buNone/>
            </a:pPr>
            <a:r>
              <a:rPr lang="de-DE" altLang="de-DE" sz="1600" noProof="0"/>
              <a:t>E-Mail:	info@beckhoff.com</a:t>
            </a:r>
          </a:p>
          <a:p>
            <a:pPr>
              <a:buFont typeface="Wingdings" panose="05000000000000000000" pitchFamily="2" charset="2"/>
              <a:buNone/>
            </a:pPr>
            <a:r>
              <a:rPr lang="de-DE" altLang="de-DE" sz="1600" noProof="0"/>
              <a:t>Web:	www.beckhoff.com</a:t>
            </a:r>
            <a:r>
              <a:rPr lang="de-DE" altLang="de-DE" sz="1600" b="1" noProof="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a:t>Beckhoff Automation GmbH &amp; Co. KG </a:t>
            </a:r>
            <a:br>
              <a:rPr lang="de-DE" altLang="de-DE" sz="1600" noProof="0"/>
            </a:br>
            <a:r>
              <a:rPr lang="de-DE" altLang="de-DE" sz="1600" b="0" noProof="0">
                <a:solidFill>
                  <a:srgbClr val="000000"/>
                </a:solidFill>
                <a:latin typeface="Arial"/>
                <a:cs typeface="+mn-cs"/>
              </a:rPr>
              <a:t>Unternehmenszentrale</a:t>
            </a:r>
          </a:p>
          <a:p>
            <a:pPr marL="0" lvl="0" indent="0">
              <a:spcBef>
                <a:spcPts val="0"/>
              </a:spcBef>
              <a:buNone/>
            </a:pPr>
            <a:r>
              <a:rPr lang="de-DE" altLang="de-DE" sz="1600" b="0" noProof="0">
                <a:solidFill>
                  <a:srgbClr val="000000"/>
                </a:solidFill>
                <a:latin typeface="Arial"/>
                <a:cs typeface="+mn-cs"/>
              </a:rPr>
              <a:t>Hülshorstweg 20</a:t>
            </a:r>
          </a:p>
          <a:p>
            <a:pPr marL="0" lvl="0" indent="0">
              <a:spcBef>
                <a:spcPts val="0"/>
              </a:spcBef>
              <a:buNone/>
            </a:pPr>
            <a:r>
              <a:rPr lang="de-DE" altLang="de-DE" sz="1600" b="0" noProof="0">
                <a:solidFill>
                  <a:srgbClr val="000000"/>
                </a:solidFill>
                <a:latin typeface="Arial"/>
                <a:cs typeface="+mn-cs"/>
              </a:rPr>
              <a:t>33415 Verl</a:t>
            </a:r>
          </a:p>
          <a:p>
            <a:pPr marL="0" lvl="0" indent="0">
              <a:spcBef>
                <a:spcPts val="0"/>
              </a:spcBef>
              <a:buNone/>
            </a:pPr>
            <a:r>
              <a:rPr lang="de-DE" altLang="de-DE" sz="1600" b="0" noProof="0">
                <a:solidFill>
                  <a:srgbClr val="000000"/>
                </a:solidFill>
                <a:latin typeface="Arial"/>
                <a:cs typeface="+mn-cs"/>
              </a:rPr>
              <a:t>Deutschland</a:t>
            </a:r>
          </a:p>
          <a:p>
            <a:pPr lvl="0"/>
            <a:endParaRPr lang="de-DE" altLang="de-DE" sz="1600" b="0" noProof="0"/>
          </a:p>
        </p:txBody>
      </p:sp>
      <p:sp>
        <p:nvSpPr>
          <p:cNvPr id="11" name="Title"/>
          <p:cNvSpPr txBox="1"/>
          <p:nvPr userDrawn="1"/>
        </p:nvSpPr>
        <p:spPr bwMode="white">
          <a:xfrm>
            <a:off x="-1" y="450787"/>
            <a:ext cx="10137600" cy="629367"/>
          </a:xfrm>
          <a:prstGeom prst="rect">
            <a:avLst/>
          </a:prstGeom>
        </p:spPr>
        <p:txBody>
          <a:bodyPr vert="horz" wrap="square" lIns="450000" tIns="144000" rIns="90000" bIns="144000" rtlCol="0" anchor="b"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a:t>Kontakt </a:t>
            </a:r>
          </a:p>
        </p:txBody>
      </p:sp>
    </p:spTree>
    <p:extLst>
      <p:ext uri="{BB962C8B-B14F-4D97-AF65-F5344CB8AC3E}">
        <p14:creationId xmlns:p14="http://schemas.microsoft.com/office/powerpoint/2010/main" val="33859228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a:t>Click to add title</a:t>
            </a:r>
          </a:p>
        </p:txBody>
      </p:sp>
    </p:spTree>
    <p:extLst>
      <p:ext uri="{BB962C8B-B14F-4D97-AF65-F5344CB8AC3E}">
        <p14:creationId xmlns:p14="http://schemas.microsoft.com/office/powerpoint/2010/main" val="322070651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EC17FFD9-E190-4354-AF30-89800F8E4F3E}"/>
              </a:ext>
            </a:extLst>
          </p:cNvPr>
          <p:cNvSpPr>
            <a:spLocks noGrp="1"/>
          </p:cNvSpPr>
          <p:nvPr>
            <p:ph type="ftr" sz="quarter" idx="10"/>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B0FDDC2E-ABE4-429F-8CE9-38DD695422FD}"/>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pic>
        <p:nvPicPr>
          <p:cNvPr id="6" name="Bildplatzhalter 4">
            <a:extLst>
              <a:ext uri="{FF2B5EF4-FFF2-40B4-BE49-F238E27FC236}">
                <a16:creationId xmlns:a16="http://schemas.microsoft.com/office/drawing/2014/main" id="{8D31A674-9DC6-4670-9A1A-2754DA6F827F}"/>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Title">
            <a:extLst>
              <a:ext uri="{FF2B5EF4-FFF2-40B4-BE49-F238E27FC236}">
                <a16:creationId xmlns:a16="http://schemas.microsoft.com/office/drawing/2014/main" id="{9030D639-0DC9-4081-8A98-1A8F8593892C}"/>
              </a:ext>
            </a:extLst>
          </p:cNvPr>
          <p:cNvSpPr>
            <a:spLocks noGrp="1"/>
          </p:cNvSpPr>
          <p:nvPr>
            <p:ph type="title" hasCustomPrompt="1"/>
          </p:nvPr>
        </p:nvSpPr>
        <p:spPr>
          <a:xfrm>
            <a:off x="-1" y="111600"/>
            <a:ext cx="10137600" cy="629367"/>
          </a:xfrm>
        </p:spPr>
        <p:txBody>
          <a:bodyPr/>
          <a:lstStyle>
            <a:lvl1pPr>
              <a:defRPr/>
            </a:lvl1pPr>
          </a:lstStyle>
          <a:p>
            <a:r>
              <a:rPr lang="de-DE" noProof="0"/>
              <a:t>Click </a:t>
            </a:r>
            <a:r>
              <a:rPr lang="de-DE" noProof="0" err="1"/>
              <a:t>to</a:t>
            </a:r>
            <a:r>
              <a:rPr lang="de-DE" noProof="0"/>
              <a:t> </a:t>
            </a:r>
            <a:r>
              <a:rPr lang="de-DE" noProof="0" err="1"/>
              <a:t>add</a:t>
            </a:r>
            <a:r>
              <a:rPr lang="de-DE" noProof="0"/>
              <a:t> title</a:t>
            </a:r>
            <a:endParaRPr lang="en-US" noProof="0"/>
          </a:p>
        </p:txBody>
      </p:sp>
    </p:spTree>
    <p:extLst>
      <p:ext uri="{BB962C8B-B14F-4D97-AF65-F5344CB8AC3E}">
        <p14:creationId xmlns:p14="http://schemas.microsoft.com/office/powerpoint/2010/main" val="177731240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for Speaker – Version 1">
    <p:spTree>
      <p:nvGrpSpPr>
        <p:cNvPr id="1" name=""/>
        <p:cNvGrpSpPr/>
        <p:nvPr/>
      </p:nvGrpSpPr>
      <p:grpSpPr>
        <a:xfrm>
          <a:off x="0" y="0"/>
          <a:ext cx="0" cy="0"/>
          <a:chOff x="0" y="0"/>
          <a:chExt cx="0" cy="0"/>
        </a:xfrm>
      </p:grpSpPr>
      <p:pic>
        <p:nvPicPr>
          <p:cNvPr id="6" name="Bildplatzhalter 4">
            <a:extLst>
              <a:ext uri="{FF2B5EF4-FFF2-40B4-BE49-F238E27FC236}">
                <a16:creationId xmlns:a16="http://schemas.microsoft.com/office/drawing/2014/main" id="{78A8805B-9F86-5519-24E0-AC5FDE9A776A}"/>
              </a:ext>
            </a:extLst>
          </p:cNvPr>
          <p:cNvPicPr>
            <a:picLocks noChangeAspect="1"/>
          </p:cNvPicPr>
          <p:nvPr userDrawn="1"/>
        </p:nvPicPr>
        <p:blipFill>
          <a:blip r:embed="rId2"/>
          <a:srcRect l="11" r="11"/>
          <a:stretch/>
        </p:blipFill>
        <p:spPr bwMode="gray">
          <a:xfrm>
            <a:off x="0" y="-1"/>
            <a:ext cx="12199938" cy="6858001"/>
          </a:xfrm>
          <a:prstGeom prst="rect">
            <a:avLst/>
          </a:prstGeom>
        </p:spPr>
      </p:pic>
      <p:sp>
        <p:nvSpPr>
          <p:cNvPr id="4" name="Rechteck 3">
            <a:extLst>
              <a:ext uri="{FF2B5EF4-FFF2-40B4-BE49-F238E27FC236}">
                <a16:creationId xmlns:a16="http://schemas.microsoft.com/office/drawing/2014/main" id="{256381DE-6AAF-6EB7-A339-870B8B807079}"/>
              </a:ext>
            </a:extLst>
          </p:cNvPr>
          <p:cNvSpPr/>
          <p:nvPr userDrawn="1"/>
        </p:nvSpPr>
        <p:spPr>
          <a:xfrm>
            <a:off x="-1" y="0"/>
            <a:ext cx="6098401" cy="6861175"/>
          </a:xfrm>
          <a:prstGeom prst="rect">
            <a:avLst/>
          </a:prstGeom>
          <a:gradFill>
            <a:gsLst>
              <a:gs pos="69000">
                <a:srgbClr val="FCFDFD">
                  <a:alpha val="8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8" name="Footer Placeholder">
            <a:extLst>
              <a:ext uri="{FF2B5EF4-FFF2-40B4-BE49-F238E27FC236}">
                <a16:creationId xmlns:a16="http://schemas.microsoft.com/office/drawing/2014/main" id="{A1007D3D-C5EC-4571-BE1C-06654C5B83FD}"/>
              </a:ext>
            </a:extLst>
          </p:cNvPr>
          <p:cNvSpPr>
            <a:spLocks noGrp="1"/>
          </p:cNvSpPr>
          <p:nvPr>
            <p:ph type="ftr" sz="quarter" idx="11"/>
          </p:nvPr>
        </p:nvSpPr>
        <p:spPr>
          <a:noFill/>
        </p:spPr>
        <p:txBody>
          <a:bodyPr/>
          <a:lstStyle/>
          <a:p>
            <a:r>
              <a:rPr lang="en-US" noProof="0"/>
              <a:t>Footer text</a:t>
            </a:r>
          </a:p>
        </p:txBody>
      </p:sp>
      <p:sp>
        <p:nvSpPr>
          <p:cNvPr id="10" name="Slide Number Placeholder">
            <a:extLst>
              <a:ext uri="{FF2B5EF4-FFF2-40B4-BE49-F238E27FC236}">
                <a16:creationId xmlns:a16="http://schemas.microsoft.com/office/drawing/2014/main" id="{4B4F1309-657C-418A-9A8B-219278A7A6FB}"/>
              </a:ext>
            </a:extLst>
          </p:cNvPr>
          <p:cNvSpPr>
            <a:spLocks noGrp="1"/>
          </p:cNvSpPr>
          <p:nvPr>
            <p:ph type="sldNum" sz="quarter" idx="12"/>
          </p:nvPr>
        </p:nvSpPr>
        <p:spPr>
          <a:noFill/>
        </p:spPr>
        <p:txBody>
          <a:bodyPr/>
          <a:lstStyle/>
          <a:p>
            <a:fld id="{A930EF64-91C9-4EBD-82F9-3643AB15A28C}" type="slidenum">
              <a:rPr lang="en-US" noProof="0" smtClean="0"/>
              <a:pPr/>
              <a:t>‹#›</a:t>
            </a:fld>
            <a:endParaRPr lang="en-US" noProof="0"/>
          </a:p>
        </p:txBody>
      </p:sp>
      <p:sp>
        <p:nvSpPr>
          <p:cNvPr id="3" name="Text Placeholder">
            <a:extLst>
              <a:ext uri="{FF2B5EF4-FFF2-40B4-BE49-F238E27FC236}">
                <a16:creationId xmlns:a16="http://schemas.microsoft.com/office/drawing/2014/main" id="{BEB3C114-D938-41BB-B3A2-9312262D642E}"/>
              </a:ext>
            </a:extLst>
          </p:cNvPr>
          <p:cNvSpPr>
            <a:spLocks noGrp="1"/>
          </p:cNvSpPr>
          <p:nvPr>
            <p:ph type="body" sz="quarter" idx="10" hasCustomPrompt="1"/>
          </p:nvPr>
        </p:nvSpPr>
        <p:spPr>
          <a:xfrm>
            <a:off x="0" y="1089025"/>
            <a:ext cx="6098400" cy="5772150"/>
          </a:xfrm>
          <a:noFill/>
        </p:spPr>
        <p:txBody>
          <a:bodyPr/>
          <a:lstStyle>
            <a:lvl1pPr>
              <a:defRPr/>
            </a:lvl1pPr>
          </a:lstStyle>
          <a:p>
            <a:pPr lvl="0"/>
            <a:r>
              <a:rPr lang="en-US" noProof="0"/>
              <a:t>Speaker name </a:t>
            </a:r>
            <a:br>
              <a:rPr lang="en-US" noProof="0"/>
            </a:br>
            <a:r>
              <a:rPr lang="en-US" noProof="0"/>
              <a:t>Department</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a:extLst>
              <a:ext uri="{FF2B5EF4-FFF2-40B4-BE49-F238E27FC236}">
                <a16:creationId xmlns:a16="http://schemas.microsoft.com/office/drawing/2014/main" id="{1BEF4B5F-8F3C-41F6-887A-1CA15C7A5BC9}"/>
              </a:ext>
            </a:extLst>
          </p:cNvPr>
          <p:cNvSpPr>
            <a:spLocks noGrp="1"/>
          </p:cNvSpPr>
          <p:nvPr>
            <p:ph type="title" hasCustomPrompt="1"/>
          </p:nvPr>
        </p:nvSpPr>
        <p:spPr/>
        <p:txBody>
          <a:bodyPr/>
          <a:lstStyle/>
          <a:p>
            <a:r>
              <a:rPr lang="de-DE" noProof="0"/>
              <a:t>Click </a:t>
            </a:r>
            <a:r>
              <a:rPr lang="de-DE" noProof="0" err="1"/>
              <a:t>to</a:t>
            </a:r>
            <a:r>
              <a:rPr lang="de-DE" noProof="0"/>
              <a:t> </a:t>
            </a:r>
            <a:r>
              <a:rPr lang="de-DE" noProof="0" err="1"/>
              <a:t>add</a:t>
            </a:r>
            <a:r>
              <a:rPr lang="de-DE" noProof="0"/>
              <a:t> title</a:t>
            </a:r>
            <a:endParaRPr lang="en-US" noProof="0"/>
          </a:p>
        </p:txBody>
      </p:sp>
    </p:spTree>
    <p:extLst>
      <p:ext uri="{BB962C8B-B14F-4D97-AF65-F5344CB8AC3E}">
        <p14:creationId xmlns:p14="http://schemas.microsoft.com/office/powerpoint/2010/main" val="19887915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for Speaker – Version 2">
    <p:spTree>
      <p:nvGrpSpPr>
        <p:cNvPr id="1" name=""/>
        <p:cNvGrpSpPr/>
        <p:nvPr/>
      </p:nvGrpSpPr>
      <p:grpSpPr>
        <a:xfrm>
          <a:off x="0" y="0"/>
          <a:ext cx="0" cy="0"/>
          <a:chOff x="0" y="0"/>
          <a:chExt cx="0" cy="0"/>
        </a:xfrm>
      </p:grpSpPr>
      <p:sp>
        <p:nvSpPr>
          <p:cNvPr id="9" name="Bildplatzhalter 8">
            <a:extLst>
              <a:ext uri="{FF2B5EF4-FFF2-40B4-BE49-F238E27FC236}">
                <a16:creationId xmlns:a16="http://schemas.microsoft.com/office/drawing/2014/main" id="{B870FF44-7FA6-55A2-DEFE-74CA0157814A}"/>
              </a:ext>
            </a:extLst>
          </p:cNvPr>
          <p:cNvSpPr>
            <a:spLocks noGrp="1"/>
          </p:cNvSpPr>
          <p:nvPr>
            <p:ph type="pic" sz="quarter" idx="12" hasCustomPrompt="1"/>
          </p:nvPr>
        </p:nvSpPr>
        <p:spPr>
          <a:xfrm>
            <a:off x="6097200" y="0"/>
            <a:ext cx="6094800" cy="6858000"/>
          </a:xfrm>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pPr marL="0" marR="0" lvl="0" indent="0" algn="l" defTabSz="914400" rtl="0" eaLnBrk="1" fontAlgn="auto" latinLnBrk="0" hangingPunct="1">
              <a:lnSpc>
                <a:spcPct val="100000"/>
              </a:lnSpc>
              <a:spcBef>
                <a:spcPts val="600"/>
              </a:spcBef>
              <a:spcAft>
                <a:spcPts val="0"/>
              </a:spcAft>
              <a:buClrTx/>
              <a:buSzTx/>
              <a:buFont typeface="Wingdings" pitchFamily="2" charset="2"/>
              <a:buNone/>
              <a:tabLst/>
              <a:defRPr/>
            </a:pPr>
            <a:r>
              <a:rPr lang="en-US" noProof="0"/>
              <a:t>Click on symbol to add picture</a:t>
            </a:r>
          </a:p>
        </p:txBody>
      </p:sp>
      <p:sp>
        <p:nvSpPr>
          <p:cNvPr id="3" name="Footer Placeholder">
            <a:extLst>
              <a:ext uri="{FF2B5EF4-FFF2-40B4-BE49-F238E27FC236}">
                <a16:creationId xmlns:a16="http://schemas.microsoft.com/office/drawing/2014/main" id="{F4598583-8674-490B-B814-FBA89FE47BBF}"/>
              </a:ext>
            </a:extLst>
          </p:cNvPr>
          <p:cNvSpPr>
            <a:spLocks noGrp="1"/>
          </p:cNvSpPr>
          <p:nvPr>
            <p:ph type="ftr" sz="quarter" idx="10"/>
          </p:nvPr>
        </p:nvSpPr>
        <p:spPr/>
        <p:txBody>
          <a:bodyPr/>
          <a:lstStyle/>
          <a:p>
            <a:r>
              <a:rPr lang="en-US" noProof="0"/>
              <a:t>Footer text</a:t>
            </a:r>
          </a:p>
        </p:txBody>
      </p:sp>
      <p:sp>
        <p:nvSpPr>
          <p:cNvPr id="6" name="Slide Number Placeholder">
            <a:extLst>
              <a:ext uri="{FF2B5EF4-FFF2-40B4-BE49-F238E27FC236}">
                <a16:creationId xmlns:a16="http://schemas.microsoft.com/office/drawing/2014/main" id="{6CDA0863-F8FA-4A9D-A308-28CFF0D552BF}"/>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5" name="Stage Red"/>
          <p:cNvSpPr/>
          <p:nvPr userDrawn="1"/>
        </p:nvSpPr>
        <p:spPr bwMode="ltGray">
          <a:xfrm>
            <a:off x="0" y="0"/>
            <a:ext cx="60984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342900" marR="0" lvl="0" indent="-34290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7" name="Subtitle"/>
          <p:cNvSpPr>
            <a:spLocks noGrp="1"/>
          </p:cNvSpPr>
          <p:nvPr>
            <p:ph type="subTitle" idx="1" hasCustomPrompt="1"/>
          </p:nvPr>
        </p:nvSpPr>
        <p:spPr bwMode="white">
          <a:xfrm>
            <a:off x="-677" y="4546800"/>
            <a:ext cx="6096677" cy="858866"/>
          </a:xfrm>
          <a:prstGeom prst="rect">
            <a:avLst/>
          </a:prstGeom>
        </p:spPr>
        <p:txBody>
          <a:bodyPr wrap="square" lIns="450000" tIns="90000" rIns="90000" bIns="90000" anchor="b" anchorCtr="0">
            <a:spAutoFit/>
          </a:bodyPr>
          <a:lstStyle>
            <a:lvl1pPr marL="342900" indent="-342900" algn="l">
              <a:lnSpc>
                <a:spcPct val="100000"/>
              </a:lnSpc>
              <a:spcBef>
                <a:spcPts val="0"/>
              </a:spcBef>
              <a:buFont typeface="Wingdings" panose="05000000000000000000" pitchFamily="2" charset="2"/>
              <a:buChar char="§"/>
              <a:defRPr sz="2200">
                <a:solidFill>
                  <a:schemeClr val="bg1"/>
                </a:solidFill>
                <a:latin typeface="+mj-lt"/>
              </a:defRPr>
            </a:lvl1pPr>
            <a:lvl2pPr marL="448107" indent="0" algn="ctr">
              <a:buNone/>
              <a:defRPr>
                <a:solidFill>
                  <a:schemeClr val="tx1">
                    <a:tint val="75000"/>
                  </a:schemeClr>
                </a:solidFill>
              </a:defRPr>
            </a:lvl2pPr>
            <a:lvl3pPr marL="896214" indent="0" algn="ctr">
              <a:buNone/>
              <a:defRPr>
                <a:solidFill>
                  <a:schemeClr val="tx1">
                    <a:tint val="75000"/>
                  </a:schemeClr>
                </a:solidFill>
              </a:defRPr>
            </a:lvl3pPr>
            <a:lvl4pPr marL="1344321" indent="0" algn="ctr">
              <a:buNone/>
              <a:defRPr>
                <a:solidFill>
                  <a:schemeClr val="tx1">
                    <a:tint val="75000"/>
                  </a:schemeClr>
                </a:solidFill>
              </a:defRPr>
            </a:lvl4pPr>
            <a:lvl5pPr marL="1792429" indent="0" algn="ctr">
              <a:buNone/>
              <a:defRPr>
                <a:solidFill>
                  <a:schemeClr val="tx1">
                    <a:tint val="75000"/>
                  </a:schemeClr>
                </a:solidFill>
              </a:defRPr>
            </a:lvl5pPr>
            <a:lvl6pPr marL="2240535" indent="0" algn="ctr">
              <a:buNone/>
              <a:defRPr>
                <a:solidFill>
                  <a:schemeClr val="tx1">
                    <a:tint val="75000"/>
                  </a:schemeClr>
                </a:solidFill>
              </a:defRPr>
            </a:lvl6pPr>
            <a:lvl7pPr marL="2688642" indent="0" algn="ctr">
              <a:buNone/>
              <a:defRPr>
                <a:solidFill>
                  <a:schemeClr val="tx1">
                    <a:tint val="75000"/>
                  </a:schemeClr>
                </a:solidFill>
              </a:defRPr>
            </a:lvl7pPr>
            <a:lvl8pPr marL="3136749" indent="0" algn="ctr">
              <a:buNone/>
              <a:defRPr>
                <a:solidFill>
                  <a:schemeClr val="tx1">
                    <a:tint val="75000"/>
                  </a:schemeClr>
                </a:solidFill>
              </a:defRPr>
            </a:lvl8pPr>
            <a:lvl9pPr marL="3584856" indent="0" algn="ctr">
              <a:buNone/>
              <a:defRPr>
                <a:solidFill>
                  <a:schemeClr val="tx1">
                    <a:tint val="75000"/>
                  </a:schemeClr>
                </a:solidFill>
              </a:defRPr>
            </a:lvl9pPr>
          </a:lstStyle>
          <a:p>
            <a:r>
              <a:rPr lang="en-US" noProof="0"/>
              <a:t>Speaker Name </a:t>
            </a:r>
            <a:br>
              <a:rPr lang="en-US" noProof="0"/>
            </a:br>
            <a:r>
              <a:rPr lang="en-US" noProof="0"/>
              <a:t>Department</a:t>
            </a:r>
          </a:p>
        </p:txBody>
      </p:sp>
      <p:sp>
        <p:nvSpPr>
          <p:cNvPr id="4" name="Title"/>
          <p:cNvSpPr>
            <a:spLocks noGrp="1"/>
          </p:cNvSpPr>
          <p:nvPr>
            <p:ph type="title" hasCustomPrompt="1"/>
          </p:nvPr>
        </p:nvSpPr>
        <p:spPr>
          <a:xfrm>
            <a:off x="0" y="1893755"/>
            <a:ext cx="6096000" cy="629367"/>
          </a:xfrm>
        </p:spPr>
        <p:txBody>
          <a:bodyPr vert="horz" wrap="square" lIns="450000" tIns="144000" rIns="90000" bIns="144000" rtlCol="0" anchor="b" anchorCtr="0">
            <a:spAutoFit/>
          </a:bodyPr>
          <a:lstStyle>
            <a:lvl1pPr marL="0" indent="0">
              <a:buFont typeface="Arial" panose="020B0604020202020204" pitchFamily="34" charset="0"/>
              <a:buNone/>
              <a:defRPr lang="en-US" noProof="0" dirty="0">
                <a:solidFill>
                  <a:schemeClr val="bg1"/>
                </a:solidFill>
              </a:defRPr>
            </a:lvl1pPr>
          </a:lstStyle>
          <a:p>
            <a:pPr lvl="0"/>
            <a:r>
              <a:rPr lang="en-US" noProof="0"/>
              <a:t>Click to add title</a:t>
            </a:r>
          </a:p>
        </p:txBody>
      </p:sp>
      <p:pic>
        <p:nvPicPr>
          <p:cNvPr id="8" name="Logo"/>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420" y="602129"/>
            <a:ext cx="1781712" cy="485547"/>
          </a:xfrm>
          <a:prstGeom prst="rect">
            <a:avLst/>
          </a:prstGeom>
        </p:spPr>
      </p:pic>
    </p:spTree>
    <p:extLst>
      <p:ext uri="{BB962C8B-B14F-4D97-AF65-F5344CB8AC3E}">
        <p14:creationId xmlns:p14="http://schemas.microsoft.com/office/powerpoint/2010/main" val="3100652705"/>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1A7223DA-1D3F-4531-BEC2-1CB60D927375}"/>
              </a:ext>
            </a:extLst>
          </p:cNvPr>
          <p:cNvSpPr>
            <a:spLocks noGrp="1"/>
          </p:cNvSpPr>
          <p:nvPr>
            <p:ph type="ftr" sz="quarter" idx="16"/>
          </p:nvPr>
        </p:nvSpPr>
        <p:spPr/>
        <p:txBody>
          <a:bodyPr/>
          <a:lstStyle/>
          <a:p>
            <a:r>
              <a:rPr lang="en-US" noProof="0"/>
              <a:t>Footer text</a:t>
            </a:r>
          </a:p>
        </p:txBody>
      </p:sp>
      <p:sp>
        <p:nvSpPr>
          <p:cNvPr id="9" name="Slide Number Placeholder">
            <a:extLst>
              <a:ext uri="{FF2B5EF4-FFF2-40B4-BE49-F238E27FC236}">
                <a16:creationId xmlns:a16="http://schemas.microsoft.com/office/drawing/2014/main" id="{22D552AE-634D-49AB-8A75-90A3811E881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5" name="Text Placeholder"/>
          <p:cNvSpPr>
            <a:spLocks noGrp="1"/>
          </p:cNvSpPr>
          <p:nvPr>
            <p:ph type="body" sz="quarter" idx="15" hasCustomPrompt="1"/>
          </p:nvPr>
        </p:nvSpPr>
        <p:spPr bwMode="gray">
          <a:xfrm>
            <a:off x="3" y="1090799"/>
            <a:ext cx="10137600" cy="5331600"/>
          </a:xfrm>
          <a:prstGeom prst="rect">
            <a:avLst/>
          </a:prstGeom>
        </p:spPr>
        <p:txBody>
          <a:bodyPr/>
          <a:lstStyle>
            <a:lvl1pPr marL="630000" indent="-630000">
              <a:buFont typeface="+mj-lt"/>
              <a:buAutoNum type="arabicPeriod"/>
              <a:defRPr b="0" baseline="0"/>
            </a:lvl1pPr>
            <a:lvl2pPr marL="982800" indent="-270000">
              <a:defRPr/>
            </a:lvl2pPr>
            <a:lvl3pPr marL="1342800" indent="-266400">
              <a:buFont typeface="Symbol" panose="05050102010706020507" pitchFamily="18" charset="2"/>
              <a:buChar char="-"/>
              <a:defRPr/>
            </a:lvl3pPr>
            <a:lvl4pPr marL="1699200" indent="-266400">
              <a:defRPr/>
            </a:lvl4pPr>
            <a:lvl5pPr marL="2059200" indent="-266700">
              <a:defRPr/>
            </a:lvl5pPr>
          </a:lstStyle>
          <a:p>
            <a:pPr lvl="0"/>
            <a:r>
              <a:rPr lang="en-US" noProof="0"/>
              <a:t>Click to add chapter (active chapter in bold)</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le"/>
          <p:cNvSpPr>
            <a:spLocks noGrp="1"/>
          </p:cNvSpPr>
          <p:nvPr>
            <p:ph type="title" hasCustomPrompt="1"/>
          </p:nvPr>
        </p:nvSpPr>
        <p:spPr/>
        <p:txBody>
          <a:bodyPr/>
          <a:lstStyle/>
          <a:p>
            <a:r>
              <a:rPr lang="en-US" noProof="0"/>
              <a:t>Click to add contents</a:t>
            </a:r>
          </a:p>
        </p:txBody>
      </p:sp>
    </p:spTree>
    <p:extLst>
      <p:ext uri="{BB962C8B-B14F-4D97-AF65-F5344CB8AC3E}">
        <p14:creationId xmlns:p14="http://schemas.microsoft.com/office/powerpoint/2010/main" val="194009369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9F4DFDF0-0B44-48E7-B482-FA214B6813AE}"/>
              </a:ext>
            </a:extLst>
          </p:cNvPr>
          <p:cNvSpPr>
            <a:spLocks noGrp="1"/>
          </p:cNvSpPr>
          <p:nvPr>
            <p:ph type="ftr" sz="quarter" idx="16"/>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515C8023-6CA7-4538-BC5A-F44602780247}"/>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8" name="Text Placeholder"/>
          <p:cNvSpPr>
            <a:spLocks noGrp="1"/>
          </p:cNvSpPr>
          <p:nvPr>
            <p:ph type="body" sz="quarter" idx="15" hasCustomPrompt="1"/>
          </p:nvPr>
        </p:nvSpPr>
        <p:spPr bwMode="gray">
          <a:xfrm>
            <a:off x="3" y="1090799"/>
            <a:ext cx="10137600" cy="5331600"/>
          </a:xfrm>
          <a:prstGeom prst="rect">
            <a:avLst/>
          </a:prstGeom>
        </p:spPr>
        <p:txBody>
          <a:bodyPr vert="horz" lIns="450000" tIns="190800" rIns="91440" bIns="45720" rtlCol="0">
            <a:noAutofit/>
          </a:bodyPr>
          <a:lstStyle>
            <a:lvl1pPr>
              <a:defRPr lang="en-US" noProof="0" dirty="0" smtClean="0"/>
            </a:lvl1pPr>
            <a:lvl2pPr>
              <a:defRPr lang="en-US" noProof="0" dirty="0" smtClean="0"/>
            </a:lvl2pPr>
            <a:lvl3pPr>
              <a:defRPr lang="en-US" noProof="0" dirty="0" smtClean="0"/>
            </a:lvl3pPr>
            <a:lvl4pPr>
              <a:defRPr lang="en-US" noProof="0" dirty="0" smtClean="0"/>
            </a:lvl4pPr>
            <a:lvl5pPr>
              <a:defRPr lang="en-US" noProof="0" dirty="0" smtClean="0"/>
            </a:lvl5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2F689EAD-B005-8D54-C948-D21D1674C391}"/>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7240972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3 text + 2 pictures">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6484DE6C-01C4-4549-8868-BC91980DA1B8}"/>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47B61BDE-5EB2-439B-87EA-3291DABA7078}"/>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noChangeAspect="1"/>
          </p:cNvSpPr>
          <p:nvPr>
            <p:ph type="pic" sz="quarter" idx="16" hasCustomPrompt="1"/>
          </p:nvPr>
        </p:nvSpPr>
        <p:spPr bwMode="gray">
          <a:xfrm>
            <a:off x="8136000" y="3981600"/>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4" name="Picture Placeholder 1"/>
          <p:cNvSpPr>
            <a:spLocks noGrp="1" noChangeAspect="1"/>
          </p:cNvSpPr>
          <p:nvPr>
            <p:ph type="pic" sz="quarter" idx="14" hasCustomPrompt="1"/>
          </p:nvPr>
        </p:nvSpPr>
        <p:spPr bwMode="gray">
          <a:xfrm>
            <a:off x="8136000" y="1090799"/>
            <a:ext cx="3805618" cy="2700000"/>
          </a:xfrm>
          <a:prstGeom prst="rect">
            <a:avLst/>
          </a:prstGeom>
          <a:ln w="12700">
            <a:solidFill>
              <a:schemeClr val="bg1"/>
            </a:solidFill>
            <a:miter lim="800000"/>
          </a:ln>
          <a:effectLst>
            <a:outerShdw blurRad="50800" dist="38100" dir="2700000" algn="tl" rotWithShape="0">
              <a:prstClr val="black">
                <a:alpha val="40000"/>
              </a:prstClr>
            </a:outerShdw>
          </a:effectLst>
        </p:spPr>
        <p:txBody>
          <a:bodyPr/>
          <a:lstStyle>
            <a:lvl1pPr marL="0" indent="0">
              <a:buNone/>
              <a:defRPr/>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799"/>
            <a:ext cx="81360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7CDF4B99-BE8E-6165-03D4-E55FDE939E5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3942052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2 text + 1 halfsize picture">
    <p:spTree>
      <p:nvGrpSpPr>
        <p:cNvPr id="1" name=""/>
        <p:cNvGrpSpPr/>
        <p:nvPr/>
      </p:nvGrpSpPr>
      <p:grpSpPr>
        <a:xfrm>
          <a:off x="0" y="0"/>
          <a:ext cx="0" cy="0"/>
          <a:chOff x="0" y="0"/>
          <a:chExt cx="0" cy="0"/>
        </a:xfrm>
      </p:grpSpPr>
      <p:sp>
        <p:nvSpPr>
          <p:cNvPr id="5" name="Footer Placeholder">
            <a:extLst>
              <a:ext uri="{FF2B5EF4-FFF2-40B4-BE49-F238E27FC236}">
                <a16:creationId xmlns:a16="http://schemas.microsoft.com/office/drawing/2014/main" id="{99F85A85-2456-4567-AD94-8845D76D276C}"/>
              </a:ext>
            </a:extLst>
          </p:cNvPr>
          <p:cNvSpPr>
            <a:spLocks noGrp="1"/>
          </p:cNvSpPr>
          <p:nvPr>
            <p:ph type="ftr" sz="quarter" idx="16"/>
          </p:nvPr>
        </p:nvSpPr>
        <p:spPr/>
        <p:txBody>
          <a:bodyPr/>
          <a:lstStyle/>
          <a:p>
            <a:r>
              <a:rPr lang="en-US" noProof="0"/>
              <a:t>Footer text</a:t>
            </a:r>
          </a:p>
        </p:txBody>
      </p:sp>
      <p:sp>
        <p:nvSpPr>
          <p:cNvPr id="10" name="Slide Number Placeholder">
            <a:extLst>
              <a:ext uri="{FF2B5EF4-FFF2-40B4-BE49-F238E27FC236}">
                <a16:creationId xmlns:a16="http://schemas.microsoft.com/office/drawing/2014/main" id="{CDB31999-ACD1-4446-88FC-073D53B8E878}"/>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0813" cy="55236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2" y="1090800"/>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2" name="Titel 1">
            <a:extLst>
              <a:ext uri="{FF2B5EF4-FFF2-40B4-BE49-F238E27FC236}">
                <a16:creationId xmlns:a16="http://schemas.microsoft.com/office/drawing/2014/main" id="{3996252B-A877-5A1A-D17E-2369B9D63FCA}"/>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10131542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2 text + 1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5192BE08-D7FF-416E-BE68-DD5FA8DD6D56}"/>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27640755-13F0-423E-A8D5-986F786D5482}"/>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4" name="Picture Placeholder"/>
          <p:cNvSpPr>
            <a:spLocks noGrp="1"/>
          </p:cNvSpPr>
          <p:nvPr>
            <p:ph type="pic" sz="quarter" idx="14" hasCustomPrompt="1"/>
          </p:nvPr>
        </p:nvSpPr>
        <p:spPr bwMode="gray">
          <a:xfrm>
            <a:off x="6098400" y="1090800"/>
            <a:ext cx="5843215" cy="4140586"/>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326C8A53-1767-E603-8F61-EA23B677938D}"/>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9063745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2 text + 2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88D676BE-C49F-4CF3-A83C-582B2EB62ECB}"/>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9757859A-C6FD-456E-AD04-51BA82F9F30A}"/>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13" name="Picture Placeholder 2"/>
          <p:cNvSpPr>
            <a:spLocks noGrp="1"/>
          </p:cNvSpPr>
          <p:nvPr>
            <p:ph type="pic" sz="quarter" idx="16" hasCustomPrompt="1"/>
          </p:nvPr>
        </p:nvSpPr>
        <p:spPr bwMode="gray">
          <a:xfrm>
            <a:off x="6098400" y="3981600"/>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4" name="Picture Placeholder 1"/>
          <p:cNvSpPr>
            <a:spLocks noGrp="1"/>
          </p:cNvSpPr>
          <p:nvPr>
            <p:ph type="pic" sz="quarter" idx="14" hasCustomPrompt="1"/>
          </p:nvPr>
        </p:nvSpPr>
        <p:spPr bwMode="gray">
          <a:xfrm>
            <a:off x="6098400" y="1090799"/>
            <a:ext cx="5840815" cy="2761802"/>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5" name="Titel 4">
            <a:extLst>
              <a:ext uri="{FF2B5EF4-FFF2-40B4-BE49-F238E27FC236}">
                <a16:creationId xmlns:a16="http://schemas.microsoft.com/office/drawing/2014/main" id="{FD18979F-9021-1844-4027-359007499A0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5252655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2 text + 3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6A0F761C-97E7-4B2C-A6DB-271C198DEA62}"/>
              </a:ext>
            </a:extLst>
          </p:cNvPr>
          <p:cNvSpPr>
            <a:spLocks noGrp="1"/>
          </p:cNvSpPr>
          <p:nvPr>
            <p:ph type="ftr" sz="quarter" idx="18"/>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C418DBE4-B032-4AE5-9085-D2385C26C94D}"/>
              </a:ext>
            </a:extLst>
          </p:cNvPr>
          <p:cNvSpPr>
            <a:spLocks noGrp="1"/>
          </p:cNvSpPr>
          <p:nvPr>
            <p:ph type="sldNum" sz="quarter" idx="19"/>
          </p:nvPr>
        </p:nvSpPr>
        <p:spPr/>
        <p:txBody>
          <a:bodyPr/>
          <a:lstStyle/>
          <a:p>
            <a:fld id="{A930EF64-91C9-4EBD-82F9-3643AB15A28C}" type="slidenum">
              <a:rPr lang="en-US" noProof="0" smtClean="0"/>
              <a:pPr/>
              <a:t>‹#›</a:t>
            </a:fld>
            <a:endParaRPr lang="en-US" noProof="0"/>
          </a:p>
        </p:txBody>
      </p:sp>
      <p:sp>
        <p:nvSpPr>
          <p:cNvPr id="10" name="Picture Placeholder 3"/>
          <p:cNvSpPr>
            <a:spLocks noGrp="1"/>
          </p:cNvSpPr>
          <p:nvPr>
            <p:ph type="pic" sz="quarter" idx="17" hasCustomPrompt="1"/>
          </p:nvPr>
        </p:nvSpPr>
        <p:spPr bwMode="gray">
          <a:xfrm>
            <a:off x="91512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p:txBody>
      </p:sp>
      <p:sp>
        <p:nvSpPr>
          <p:cNvPr id="3" name="Picture Placeholder 2"/>
          <p:cNvSpPr>
            <a:spLocks noGrp="1"/>
          </p:cNvSpPr>
          <p:nvPr>
            <p:ph type="pic" sz="quarter" idx="16" hasCustomPrompt="1"/>
          </p:nvPr>
        </p:nvSpPr>
        <p:spPr bwMode="gray">
          <a:xfrm>
            <a:off x="6098400" y="3981600"/>
            <a:ext cx="2790417" cy="2641991"/>
          </a:xfr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p:txBody>
      </p:sp>
      <p:sp>
        <p:nvSpPr>
          <p:cNvPr id="4" name="Picture Placeholder 1"/>
          <p:cNvSpPr>
            <a:spLocks noGrp="1"/>
          </p:cNvSpPr>
          <p:nvPr>
            <p:ph type="pic" sz="quarter" idx="14" hasCustomPrompt="1"/>
          </p:nvPr>
        </p:nvSpPr>
        <p:spPr bwMode="gray">
          <a:xfrm>
            <a:off x="6098400" y="1090800"/>
            <a:ext cx="5843218" cy="2762938"/>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a:lvl1pPr>
          </a:lstStyle>
          <a:p>
            <a:pPr marL="0" lvl="0" indent="0">
              <a:buNone/>
            </a:pPr>
            <a:r>
              <a:rPr lang="en-US" noProof="0"/>
              <a:t>Click on symbol to add picture</a:t>
            </a:r>
          </a:p>
        </p:txBody>
      </p:sp>
      <p:sp>
        <p:nvSpPr>
          <p:cNvPr id="6" name="Text Placeholder"/>
          <p:cNvSpPr>
            <a:spLocks noGrp="1"/>
          </p:cNvSpPr>
          <p:nvPr>
            <p:ph type="body" sz="quarter" idx="15" hasCustomPrompt="1"/>
          </p:nvPr>
        </p:nvSpPr>
        <p:spPr bwMode="gray">
          <a:xfrm>
            <a:off x="3" y="1090799"/>
            <a:ext cx="6098400" cy="5331600"/>
          </a:xfrm>
          <a:prstGeom prst="rect">
            <a:avLst/>
          </a:prstGeom>
        </p:spPr>
        <p:txBody>
          <a:bodyPr/>
          <a:lstStyle>
            <a:lvl1pPr>
              <a:defRPr baseline="0"/>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8" name="Titel 7">
            <a:extLst>
              <a:ext uri="{FF2B5EF4-FFF2-40B4-BE49-F238E27FC236}">
                <a16:creationId xmlns:a16="http://schemas.microsoft.com/office/drawing/2014/main" id="{E740C64F-C288-2547-72A4-144A09E45C8B}"/>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31712431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3 small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4221ECB-122E-407B-9764-357AD2433556}"/>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3209F383-5AD8-4BEC-863A-2D72A7D3951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16" name="Picture Placeholder 3">
            <a:extLst>
              <a:ext uri="{FF2B5EF4-FFF2-40B4-BE49-F238E27FC236}">
                <a16:creationId xmlns:a16="http://schemas.microsoft.com/office/drawing/2014/main" id="{B7155D95-8CF2-4871-9E93-C5776EC6AEFD}"/>
              </a:ext>
            </a:extLst>
          </p:cNvPr>
          <p:cNvSpPr>
            <a:spLocks noGrp="1"/>
          </p:cNvSpPr>
          <p:nvPr>
            <p:ph type="pic" sz="quarter" idx="22" hasCustomPrompt="1"/>
          </p:nvPr>
        </p:nvSpPr>
        <p:spPr bwMode="gray">
          <a:xfrm>
            <a:off x="8136000" y="4943904"/>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15" name="Picture Placeholder 2">
            <a:extLst>
              <a:ext uri="{FF2B5EF4-FFF2-40B4-BE49-F238E27FC236}">
                <a16:creationId xmlns:a16="http://schemas.microsoft.com/office/drawing/2014/main" id="{6FFFBCA8-1957-4710-B7E3-26115B999CE2}"/>
              </a:ext>
            </a:extLst>
          </p:cNvPr>
          <p:cNvSpPr>
            <a:spLocks noGrp="1"/>
          </p:cNvSpPr>
          <p:nvPr>
            <p:ph type="pic" sz="quarter" idx="18" hasCustomPrompt="1"/>
          </p:nvPr>
        </p:nvSpPr>
        <p:spPr bwMode="gray">
          <a:xfrm>
            <a:off x="8136000" y="30204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12" name="Picture Placeholder 1">
            <a:extLst>
              <a:ext uri="{FF2B5EF4-FFF2-40B4-BE49-F238E27FC236}">
                <a16:creationId xmlns:a16="http://schemas.microsoft.com/office/drawing/2014/main" id="{E6E47F99-2029-4182-9703-E617B8F0F221}"/>
              </a:ext>
            </a:extLst>
          </p:cNvPr>
          <p:cNvSpPr>
            <a:spLocks noGrp="1"/>
          </p:cNvSpPr>
          <p:nvPr>
            <p:ph type="pic" sz="quarter" idx="12" hasCustomPrompt="1"/>
          </p:nvPr>
        </p:nvSpPr>
        <p:spPr bwMode="gray">
          <a:xfrm>
            <a:off x="8136000" y="1090800"/>
            <a:ext cx="3805615" cy="1799467"/>
          </a:xfrm>
          <a:prstGeom prst="rect">
            <a:avLst/>
          </a:prstGeom>
          <a:ln w="12700">
            <a:solidFill>
              <a:schemeClr val="bg1"/>
            </a:solidFill>
            <a:miter lim="800000"/>
          </a:ln>
          <a:effectLst>
            <a:outerShdw blurRad="50800" dist="38100" dir="2700000" algn="tl" rotWithShape="0">
              <a:prstClr val="black">
                <a:alpha val="40000"/>
              </a:prstClr>
            </a:outerShdw>
          </a:effectLst>
        </p:spPr>
        <p:txBody>
          <a:bodyPr vert="horz" lIns="450000" tIns="190800" rIns="91440" bIns="45720" rtlCol="0">
            <a:noAutofit/>
          </a:bodyPr>
          <a:lstStyle>
            <a:lvl1pPr>
              <a:defRPr lang="en-US" noProof="0" dirty="0"/>
            </a:lvl1pPr>
          </a:lstStyle>
          <a:p>
            <a:pPr marL="0" lvl="0" indent="0">
              <a:buNone/>
            </a:pPr>
            <a:r>
              <a:rPr lang="en-US" noProof="0"/>
              <a:t>Click on symbol to add picture</a:t>
            </a:r>
          </a:p>
          <a:p>
            <a:pPr marL="0" lvl="0" indent="0">
              <a:buNone/>
            </a:pPr>
            <a:endParaRPr lang="en-US" noProof="0"/>
          </a:p>
        </p:txBody>
      </p:sp>
      <p:sp>
        <p:nvSpPr>
          <p:cNvPr id="6" name="Text Placeholder"/>
          <p:cNvSpPr>
            <a:spLocks noGrp="1"/>
          </p:cNvSpPr>
          <p:nvPr>
            <p:ph type="body" sz="quarter" idx="15" hasCustomPrompt="1"/>
          </p:nvPr>
        </p:nvSpPr>
        <p:spPr bwMode="gray">
          <a:xfrm>
            <a:off x="1" y="1090800"/>
            <a:ext cx="8136000" cy="5331600"/>
          </a:xfrm>
          <a:prstGeom prst="rect">
            <a:avLst/>
          </a:prstGeom>
        </p:spPr>
        <p:txBody>
          <a:bodyPr/>
          <a:lstStyle>
            <a:lvl1pPr>
              <a:defRPr/>
            </a:lvl1p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0"/>
            <a:endParaRPr lang="en-US" noProof="0"/>
          </a:p>
        </p:txBody>
      </p:sp>
      <p:sp>
        <p:nvSpPr>
          <p:cNvPr id="4" name="Titel 3">
            <a:extLst>
              <a:ext uri="{FF2B5EF4-FFF2-40B4-BE49-F238E27FC236}">
                <a16:creationId xmlns:a16="http://schemas.microsoft.com/office/drawing/2014/main" id="{9164C062-8732-2F80-21D7-616DB0279090}"/>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87565004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ull-screen pictur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E53EAF44-3DBF-4702-A59C-62B56C67E84C}"/>
              </a:ext>
            </a:extLst>
          </p:cNvPr>
          <p:cNvSpPr>
            <a:spLocks noGrp="1"/>
          </p:cNvSpPr>
          <p:nvPr>
            <p:ph type="ftr" sz="quarter" idx="15"/>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71EA1DDB-97CD-49FA-ADFD-D8BE9D94A264}"/>
              </a:ext>
            </a:extLst>
          </p:cNvPr>
          <p:cNvSpPr>
            <a:spLocks noGrp="1"/>
          </p:cNvSpPr>
          <p:nvPr>
            <p:ph type="sldNum" sz="quarter" idx="16"/>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Titel 3">
            <a:extLst>
              <a:ext uri="{FF2B5EF4-FFF2-40B4-BE49-F238E27FC236}">
                <a16:creationId xmlns:a16="http://schemas.microsoft.com/office/drawing/2014/main" id="{A37888BF-463F-9532-69DA-CA1CF55A34C9}"/>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3125302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screen picture with text overlay">
    <p:spTree>
      <p:nvGrpSpPr>
        <p:cNvPr id="1" name=""/>
        <p:cNvGrpSpPr/>
        <p:nvPr/>
      </p:nvGrpSpPr>
      <p:grpSpPr>
        <a:xfrm>
          <a:off x="0" y="0"/>
          <a:ext cx="0" cy="0"/>
          <a:chOff x="0" y="0"/>
          <a:chExt cx="0" cy="0"/>
        </a:xfrm>
      </p:grpSpPr>
      <p:sp>
        <p:nvSpPr>
          <p:cNvPr id="10" name="Picture Placeholder"/>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Rechteck 3">
            <a:extLst>
              <a:ext uri="{FF2B5EF4-FFF2-40B4-BE49-F238E27FC236}">
                <a16:creationId xmlns:a16="http://schemas.microsoft.com/office/drawing/2014/main" id="{5381B02A-FF0F-C0DF-6D72-9B9AEEC2B56B}"/>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6A3CF061-CE3B-477C-BF53-46C74855204B}"/>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4033E844-A321-496B-BCE0-305FF3755D7E}"/>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baseline="0"/>
            </a:lvl1pPr>
          </a:lstStyle>
          <a:p>
            <a:pPr lvl="0"/>
            <a:r>
              <a:rPr lang="en-US" noProof="0"/>
              <a:t>Click to edit text</a:t>
            </a:r>
          </a:p>
        </p:txBody>
      </p:sp>
      <p:sp>
        <p:nvSpPr>
          <p:cNvPr id="5" name="Titel 4">
            <a:extLst>
              <a:ext uri="{FF2B5EF4-FFF2-40B4-BE49-F238E27FC236}">
                <a16:creationId xmlns:a16="http://schemas.microsoft.com/office/drawing/2014/main" id="{A1E05A7B-9872-672B-0DDC-5A1EB93EF620}"/>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31705359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pplications">
    <p:spTree>
      <p:nvGrpSpPr>
        <p:cNvPr id="1" name=""/>
        <p:cNvGrpSpPr/>
        <p:nvPr/>
      </p:nvGrpSpPr>
      <p:grpSpPr>
        <a:xfrm>
          <a:off x="0" y="0"/>
          <a:ext cx="0" cy="0"/>
          <a:chOff x="0" y="0"/>
          <a:chExt cx="0" cy="0"/>
        </a:xfrm>
      </p:grpSpPr>
      <p:sp>
        <p:nvSpPr>
          <p:cNvPr id="10" name="Picture Placeholder 1"/>
          <p:cNvSpPr>
            <a:spLocks noGrp="1"/>
          </p:cNvSpPr>
          <p:nvPr>
            <p:ph type="pic" sz="quarter" idx="14" hasCustomPrompt="1"/>
          </p:nvPr>
        </p:nvSpPr>
        <p:spPr bwMode="gray">
          <a:xfrm>
            <a:off x="0" y="0"/>
            <a:ext cx="122004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4" name="Rechteck 3">
            <a:extLst>
              <a:ext uri="{FF2B5EF4-FFF2-40B4-BE49-F238E27FC236}">
                <a16:creationId xmlns:a16="http://schemas.microsoft.com/office/drawing/2014/main" id="{B8E6BBA1-7B42-38E0-2262-8C81DE1DFA64}"/>
              </a:ext>
            </a:extLst>
          </p:cNvPr>
          <p:cNvSpPr/>
          <p:nvPr userDrawn="1"/>
        </p:nvSpPr>
        <p:spPr>
          <a:xfrm>
            <a:off x="-1" y="0"/>
            <a:ext cx="6098401" cy="6861175"/>
          </a:xfrm>
          <a:prstGeom prst="rect">
            <a:avLst/>
          </a:prstGeom>
          <a:gradFill>
            <a:gsLst>
              <a:gs pos="72000">
                <a:srgbClr val="FCFDFD">
                  <a:alpha val="60000"/>
                </a:srgbClr>
              </a:gs>
              <a:gs pos="0">
                <a:schemeClr val="accent1">
                  <a:lumMod val="5000"/>
                  <a:lumOff val="95000"/>
                </a:schemeClr>
              </a:gs>
              <a:gs pos="100000">
                <a:schemeClr val="bg1">
                  <a:alpha val="0"/>
                </a:schemeClr>
              </a:gs>
            </a:gsLst>
            <a:lin ang="0" scaled="0"/>
          </a:gra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lIns="90000" rIns="90000" rtlCol="0" anchor="t"/>
          <a:lstStyle/>
          <a:p>
            <a: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pPr>
            <a:endParaRPr lang="de-DE" sz="1800" kern="1200" baseline="0">
              <a:solidFill>
                <a:schemeClr val="tx1"/>
              </a:solidFill>
              <a:latin typeface="+mj-lt"/>
              <a:ea typeface="+mn-ea"/>
              <a:cs typeface="Arial" pitchFamily="34" charset="0"/>
            </a:endParaRPr>
          </a:p>
        </p:txBody>
      </p:sp>
      <p:sp>
        <p:nvSpPr>
          <p:cNvPr id="2" name="Footer Placeholder">
            <a:extLst>
              <a:ext uri="{FF2B5EF4-FFF2-40B4-BE49-F238E27FC236}">
                <a16:creationId xmlns:a16="http://schemas.microsoft.com/office/drawing/2014/main" id="{A0D634CA-AF9C-4B0E-B84B-2BE960996021}"/>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C2FED48F-6577-44F0-BAAE-6D7A8C662C25}"/>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5" name="Picture Placeholder 4"/>
          <p:cNvSpPr>
            <a:spLocks noGrp="1"/>
          </p:cNvSpPr>
          <p:nvPr>
            <p:ph type="pic" sz="quarter" idx="16" hasCustomPrompt="1"/>
          </p:nvPr>
        </p:nvSpPr>
        <p:spPr bwMode="gray">
          <a:xfrm>
            <a:off x="101736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8" name="Picture Placeholder 3"/>
          <p:cNvSpPr>
            <a:spLocks noGrp="1"/>
          </p:cNvSpPr>
          <p:nvPr>
            <p:ph type="pic" sz="quarter" idx="17" hasCustomPrompt="1"/>
          </p:nvPr>
        </p:nvSpPr>
        <p:spPr bwMode="gray">
          <a:xfrm>
            <a:off x="81360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9" name="Picture Placeholder 2"/>
          <p:cNvSpPr>
            <a:spLocks noGrp="1"/>
          </p:cNvSpPr>
          <p:nvPr>
            <p:ph type="pic" sz="quarter" idx="18" hasCustomPrompt="1"/>
          </p:nvPr>
        </p:nvSpPr>
        <p:spPr bwMode="gray">
          <a:xfrm>
            <a:off x="6098400" y="5418424"/>
            <a:ext cx="2030400" cy="1443600"/>
          </a:xfrm>
          <a:prstGeom prst="rect">
            <a:avLst/>
          </a:prstGeom>
          <a:ln w="6350">
            <a:solidFill>
              <a:schemeClr val="bg1">
                <a:lumMod val="95000"/>
              </a:schemeClr>
            </a:solidFill>
            <a:miter lim="800000"/>
          </a:ln>
        </p:spPr>
        <p:txBody>
          <a:bodyPr/>
          <a:lstStyle>
            <a:lvl1pPr marL="0" indent="0">
              <a:buNone/>
              <a:defRPr sz="1800"/>
            </a:lvl1pPr>
          </a:lstStyle>
          <a:p>
            <a:r>
              <a:rPr lang="en-US" noProof="0"/>
              <a:t>Click on symbol to add picture</a:t>
            </a:r>
          </a:p>
        </p:txBody>
      </p:sp>
      <p:sp>
        <p:nvSpPr>
          <p:cNvPr id="6" name="Text Placeholder"/>
          <p:cNvSpPr>
            <a:spLocks noGrp="1"/>
          </p:cNvSpPr>
          <p:nvPr>
            <p:ph type="body" sz="quarter" idx="15" hasCustomPrompt="1"/>
          </p:nvPr>
        </p:nvSpPr>
        <p:spPr bwMode="gray">
          <a:xfrm>
            <a:off x="2" y="1090800"/>
            <a:ext cx="4066116" cy="5767200"/>
          </a:xfrm>
          <a:prstGeom prst="rect">
            <a:avLst/>
          </a:prstGeom>
          <a:noFill/>
        </p:spPr>
        <p:txBody>
          <a:bodyPr lIns="450000" tIns="190800"/>
          <a:lstStyle>
            <a:lvl1pPr>
              <a:defRPr sz="1800" baseline="0"/>
            </a:lvl1pPr>
            <a:lvl2pPr marL="360362" indent="0">
              <a:buNone/>
              <a:defRPr/>
            </a:lvl2pPr>
          </a:lstStyle>
          <a:p>
            <a:pPr lvl="0"/>
            <a:r>
              <a:rPr lang="en-US" noProof="0"/>
              <a:t>Click to edit text </a:t>
            </a:r>
          </a:p>
        </p:txBody>
      </p:sp>
      <p:sp>
        <p:nvSpPr>
          <p:cNvPr id="11" name="Titel 10">
            <a:extLst>
              <a:ext uri="{FF2B5EF4-FFF2-40B4-BE49-F238E27FC236}">
                <a16:creationId xmlns:a16="http://schemas.microsoft.com/office/drawing/2014/main" id="{B07EA687-E05D-32EE-E35F-7A01C446870E}"/>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72618142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xternal graphics with sourc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482A5F8D-3649-45B4-8E98-726A38D577FF}"/>
              </a:ext>
            </a:extLst>
          </p:cNvPr>
          <p:cNvSpPr>
            <a:spLocks noGrp="1"/>
          </p:cNvSpPr>
          <p:nvPr>
            <p:ph type="ftr" sz="quarter" idx="16"/>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F10BE100-9EF6-469D-B237-64DA3A3E339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p:cNvSpPr>
            <a:spLocks noGrp="1"/>
          </p:cNvSpPr>
          <p:nvPr>
            <p:ph type="pic" sz="quarter" idx="14" hasCustomPrompt="1"/>
          </p:nvPr>
        </p:nvSpPr>
        <p:spPr bwMode="gray">
          <a:xfrm>
            <a:off x="0" y="0"/>
            <a:ext cx="12201600" cy="6858000"/>
          </a:xfrm>
          <a:prstGeom prst="rect">
            <a:avLst/>
          </a:prstGeom>
          <a:ln w="6350">
            <a:solidFill>
              <a:schemeClr val="bg1">
                <a:lumMod val="95000"/>
              </a:schemeClr>
            </a:solidFill>
            <a:miter lim="800000"/>
          </a:ln>
        </p:spPr>
        <p:txBody>
          <a:bodyPr tIns="1270800"/>
          <a:lstStyle>
            <a:lvl1pPr marL="0" indent="0">
              <a:buNone/>
              <a:defRPr/>
            </a:lvl1pPr>
          </a:lstStyle>
          <a:p>
            <a:r>
              <a:rPr lang="en-US" noProof="0"/>
              <a:t>Click on symbol to add picture</a:t>
            </a:r>
          </a:p>
        </p:txBody>
      </p:sp>
      <p:sp>
        <p:nvSpPr>
          <p:cNvPr id="11" name="Text Placeholder"/>
          <p:cNvSpPr>
            <a:spLocks noGrp="1"/>
          </p:cNvSpPr>
          <p:nvPr>
            <p:ph type="body" sz="quarter" idx="15" hasCustomPrompt="1"/>
          </p:nvPr>
        </p:nvSpPr>
        <p:spPr bwMode="gray">
          <a:xfrm rot="16200000">
            <a:off x="9316229" y="3609679"/>
            <a:ext cx="5337307" cy="302081"/>
          </a:xfrm>
          <a:prstGeom prst="rect">
            <a:avLst/>
          </a:prstGeom>
        </p:spPr>
        <p:txBody>
          <a:bodyPr wrap="square" lIns="72000" tIns="54000" bIns="108000" anchor="b" anchorCtr="0">
            <a:spAutoFit/>
          </a:bodyPr>
          <a:lstStyle>
            <a:lvl1pPr marL="0" indent="0">
              <a:buNone/>
              <a:defRPr sz="900">
                <a:solidFill>
                  <a:schemeClr val="accent1"/>
                </a:solidFill>
              </a:defRPr>
            </a:lvl1pPr>
            <a:lvl2pPr marL="360362" indent="0">
              <a:buNone/>
              <a:defRPr sz="1100">
                <a:solidFill>
                  <a:schemeClr val="accent2"/>
                </a:solidFill>
              </a:defRPr>
            </a:lvl2pPr>
            <a:lvl3pPr marL="715962" indent="0">
              <a:buNone/>
              <a:defRPr sz="1100">
                <a:solidFill>
                  <a:schemeClr val="accent2"/>
                </a:solidFill>
              </a:defRPr>
            </a:lvl3pPr>
            <a:lvl4pPr marL="1076325" indent="0">
              <a:buNone/>
              <a:defRPr sz="1100">
                <a:solidFill>
                  <a:schemeClr val="accent2"/>
                </a:solidFill>
              </a:defRPr>
            </a:lvl4pPr>
            <a:lvl5pPr marL="1433513" indent="0">
              <a:buNone/>
              <a:defRPr sz="1100">
                <a:solidFill>
                  <a:schemeClr val="accent2"/>
                </a:solidFill>
              </a:defRPr>
            </a:lvl5pPr>
          </a:lstStyle>
          <a:p>
            <a:pPr lvl="0"/>
            <a:r>
              <a:rPr lang="en-US" noProof="0"/>
              <a:t>Click here to edit source</a:t>
            </a:r>
          </a:p>
        </p:txBody>
      </p:sp>
      <p:sp>
        <p:nvSpPr>
          <p:cNvPr id="4" name="Titel 3">
            <a:extLst>
              <a:ext uri="{FF2B5EF4-FFF2-40B4-BE49-F238E27FC236}">
                <a16:creationId xmlns:a16="http://schemas.microsoft.com/office/drawing/2014/main" id="{DC746769-F288-3447-4386-BA4016763557}"/>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18767965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creenshot with description">
    <p:spTree>
      <p:nvGrpSpPr>
        <p:cNvPr id="1" name=""/>
        <p:cNvGrpSpPr/>
        <p:nvPr/>
      </p:nvGrpSpPr>
      <p:grpSpPr>
        <a:xfrm>
          <a:off x="0" y="0"/>
          <a:ext cx="0" cy="0"/>
          <a:chOff x="0" y="0"/>
          <a:chExt cx="0" cy="0"/>
        </a:xfrm>
      </p:grpSpPr>
      <p:sp>
        <p:nvSpPr>
          <p:cNvPr id="13" name="Picture Placeholder"/>
          <p:cNvSpPr>
            <a:spLocks noGrp="1"/>
          </p:cNvSpPr>
          <p:nvPr>
            <p:ph type="pic" sz="quarter" idx="16" hasCustomPrompt="1"/>
          </p:nvPr>
        </p:nvSpPr>
        <p:spPr bwMode="gray">
          <a:xfrm>
            <a:off x="2040467" y="2540212"/>
            <a:ext cx="10151533" cy="4320000"/>
          </a:xfrm>
          <a:prstGeom prst="rect">
            <a:avLst/>
          </a:prstGeom>
          <a:ln w="6350">
            <a:noFill/>
            <a:miter lim="800000"/>
          </a:ln>
        </p:spPr>
        <p:txBody>
          <a:bodyPr/>
          <a:lstStyle>
            <a:lvl1pPr marL="0" indent="0">
              <a:buNone/>
              <a:defRPr/>
            </a:lvl1pPr>
          </a:lstStyle>
          <a:p>
            <a:r>
              <a:rPr lang="en-US" noProof="0"/>
              <a:t>Click on symbol to add picture</a:t>
            </a:r>
          </a:p>
        </p:txBody>
      </p:sp>
      <p:sp>
        <p:nvSpPr>
          <p:cNvPr id="2" name="Footer Placeholder">
            <a:extLst>
              <a:ext uri="{FF2B5EF4-FFF2-40B4-BE49-F238E27FC236}">
                <a16:creationId xmlns:a16="http://schemas.microsoft.com/office/drawing/2014/main" id="{63CA297C-D9EC-49EA-B20C-E781D32F0224}"/>
              </a:ext>
            </a:extLst>
          </p:cNvPr>
          <p:cNvSpPr>
            <a:spLocks noGrp="1"/>
          </p:cNvSpPr>
          <p:nvPr>
            <p:ph type="ftr" sz="quarter" idx="17"/>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BFB16F39-1614-43D4-8F87-1F37EB349457}"/>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6" name="Text Placeholder"/>
          <p:cNvSpPr>
            <a:spLocks noGrp="1"/>
          </p:cNvSpPr>
          <p:nvPr>
            <p:ph type="body" sz="quarter" idx="15" hasCustomPrompt="1"/>
          </p:nvPr>
        </p:nvSpPr>
        <p:spPr bwMode="gray">
          <a:xfrm>
            <a:off x="1" y="1090801"/>
            <a:ext cx="10137600" cy="5329475"/>
          </a:xfrm>
          <a:prstGeom prst="rect">
            <a:avLst/>
          </a:prstGeom>
        </p:spPr>
        <p:txBody>
          <a:bodyPr/>
          <a:lstStyle>
            <a:lvl1pPr>
              <a:defRPr/>
            </a:lvl1pPr>
          </a:lstStyle>
          <a:p>
            <a:pPr lvl="0"/>
            <a:r>
              <a:rPr lang="en-US" noProof="0"/>
              <a:t>Click to add text</a:t>
            </a:r>
          </a:p>
          <a:p>
            <a:pPr lvl="1"/>
            <a:r>
              <a:rPr lang="en-US" noProof="0"/>
              <a:t>Second level</a:t>
            </a:r>
          </a:p>
          <a:p>
            <a:pPr lvl="0"/>
            <a:endParaRPr lang="en-US" noProof="0"/>
          </a:p>
        </p:txBody>
      </p:sp>
      <p:sp>
        <p:nvSpPr>
          <p:cNvPr id="4" name="Titel 3">
            <a:extLst>
              <a:ext uri="{FF2B5EF4-FFF2-40B4-BE49-F238E27FC236}">
                <a16:creationId xmlns:a16="http://schemas.microsoft.com/office/drawing/2014/main" id="{117FFDDB-83E8-A21F-0BD0-E1226ACAF341}"/>
              </a:ext>
            </a:extLst>
          </p:cNvPr>
          <p:cNvSpPr>
            <a:spLocks noGrp="1"/>
          </p:cNvSpPr>
          <p:nvPr>
            <p:ph type="title" hasCustomPrompt="1"/>
          </p:nvPr>
        </p:nvSpPr>
        <p:spPr/>
        <p:txBody>
          <a:bodyPr/>
          <a:lstStyle/>
          <a:p>
            <a:r>
              <a:rPr lang="en-AE" noProof="0"/>
              <a:t>Click to add title</a:t>
            </a:r>
          </a:p>
        </p:txBody>
      </p:sp>
    </p:spTree>
    <p:extLst>
      <p:ext uri="{BB962C8B-B14F-4D97-AF65-F5344CB8AC3E}">
        <p14:creationId xmlns:p14="http://schemas.microsoft.com/office/powerpoint/2010/main" val="42704089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AF9FEAD5-3A95-43C7-B7DB-35A714945450}"/>
              </a:ext>
            </a:extLst>
          </p:cNvPr>
          <p:cNvSpPr>
            <a:spLocks noGrp="1"/>
          </p:cNvSpPr>
          <p:nvPr>
            <p:ph type="ftr" sz="quarter" idx="12"/>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2CCCD6F8-28B9-4BC0-A6CF-1354A6BBF0EA}"/>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Picture Placeholder 2"/>
          <p:cNvSpPr>
            <a:spLocks noGrp="1"/>
          </p:cNvSpPr>
          <p:nvPr>
            <p:ph type="pic" sz="quarter" idx="11" hasCustomPrompt="1"/>
          </p:nvPr>
        </p:nvSpPr>
        <p:spPr bwMode="gray">
          <a:xfrm>
            <a:off x="60984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5" name="Picture Placeholder 1"/>
          <p:cNvSpPr>
            <a:spLocks noGrp="1"/>
          </p:cNvSpPr>
          <p:nvPr>
            <p:ph type="pic" sz="quarter" idx="10" hasCustomPrompt="1"/>
          </p:nvPr>
        </p:nvSpPr>
        <p:spPr bwMode="gray">
          <a:xfrm>
            <a:off x="-7200" y="0"/>
            <a:ext cx="6098400" cy="6858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5664609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9209FD55-FA07-444B-A15E-1DF999425FDD}"/>
              </a:ext>
            </a:extLst>
          </p:cNvPr>
          <p:cNvSpPr>
            <a:spLocks noGrp="1"/>
          </p:cNvSpPr>
          <p:nvPr>
            <p:ph type="ftr" sz="quarter" idx="14"/>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A3C92518-CBDC-4A28-AD37-4D9787D4DC5E}"/>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11" name="Picture Placeholder 4"/>
          <p:cNvSpPr>
            <a:spLocks noGrp="1"/>
          </p:cNvSpPr>
          <p:nvPr>
            <p:ph type="pic" sz="quarter" idx="13" hasCustomPrompt="1"/>
          </p:nvPr>
        </p:nvSpPr>
        <p:spPr bwMode="gray">
          <a:xfrm>
            <a:off x="60984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0" name="Picture Placeholder 3"/>
          <p:cNvSpPr>
            <a:spLocks noGrp="1"/>
          </p:cNvSpPr>
          <p:nvPr>
            <p:ph type="pic" sz="quarter" idx="12" hasCustomPrompt="1"/>
          </p:nvPr>
        </p:nvSpPr>
        <p:spPr bwMode="gray">
          <a:xfrm>
            <a:off x="-7200" y="3430800"/>
            <a:ext cx="60984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9" name="Picture Placeholder 2"/>
          <p:cNvSpPr>
            <a:spLocks noGrp="1"/>
          </p:cNvSpPr>
          <p:nvPr>
            <p:ph type="pic" sz="quarter" idx="11" hasCustomPrompt="1"/>
          </p:nvPr>
        </p:nvSpPr>
        <p:spPr bwMode="gray">
          <a:xfrm>
            <a:off x="60984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7" name="Picture Placeholder 1"/>
          <p:cNvSpPr>
            <a:spLocks noGrp="1"/>
          </p:cNvSpPr>
          <p:nvPr>
            <p:ph type="pic" sz="quarter" idx="10" hasCustomPrompt="1"/>
          </p:nvPr>
        </p:nvSpPr>
        <p:spPr bwMode="gray">
          <a:xfrm>
            <a:off x="-7200" y="0"/>
            <a:ext cx="60984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57461414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6 pictures">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010A4CBC-CA71-4748-BD7B-CA5DBB0A480A}"/>
              </a:ext>
            </a:extLst>
          </p:cNvPr>
          <p:cNvSpPr>
            <a:spLocks noGrp="1"/>
          </p:cNvSpPr>
          <p:nvPr>
            <p:ph type="ftr" sz="quarter" idx="16"/>
          </p:nvPr>
        </p:nvSpPr>
        <p:spPr/>
        <p:txBody>
          <a:bodyPr/>
          <a:lstStyle/>
          <a:p>
            <a:r>
              <a:rPr lang="en-US" noProof="0"/>
              <a:t>Footer text</a:t>
            </a:r>
          </a:p>
        </p:txBody>
      </p:sp>
      <p:sp>
        <p:nvSpPr>
          <p:cNvPr id="4" name="Slide Number Placeholder">
            <a:extLst>
              <a:ext uri="{FF2B5EF4-FFF2-40B4-BE49-F238E27FC236}">
                <a16:creationId xmlns:a16="http://schemas.microsoft.com/office/drawing/2014/main" id="{B9452A79-03F3-4ADC-BA22-73980563DB6D}"/>
              </a:ext>
            </a:extLst>
          </p:cNvPr>
          <p:cNvSpPr>
            <a:spLocks noGrp="1"/>
          </p:cNvSpPr>
          <p:nvPr>
            <p:ph type="sldNum" sz="quarter" idx="17"/>
          </p:nvPr>
        </p:nvSpPr>
        <p:spPr/>
        <p:txBody>
          <a:bodyPr/>
          <a:lstStyle/>
          <a:p>
            <a:fld id="{A930EF64-91C9-4EBD-82F9-3643AB15A28C}" type="slidenum">
              <a:rPr lang="en-US" noProof="0" smtClean="0"/>
              <a:pPr/>
              <a:t>‹#›</a:t>
            </a:fld>
            <a:endParaRPr lang="en-US" noProof="0"/>
          </a:p>
        </p:txBody>
      </p:sp>
      <p:sp>
        <p:nvSpPr>
          <p:cNvPr id="10" name="Picture Placeholder 6"/>
          <p:cNvSpPr>
            <a:spLocks noGrp="1"/>
          </p:cNvSpPr>
          <p:nvPr>
            <p:ph type="pic" sz="quarter" idx="15" hasCustomPrompt="1"/>
          </p:nvPr>
        </p:nvSpPr>
        <p:spPr bwMode="gray">
          <a:xfrm>
            <a:off x="81360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5" name="Picture Placeholder 5"/>
          <p:cNvSpPr>
            <a:spLocks noGrp="1"/>
          </p:cNvSpPr>
          <p:nvPr>
            <p:ph type="pic" sz="quarter" idx="14" hasCustomPrompt="1"/>
          </p:nvPr>
        </p:nvSpPr>
        <p:spPr bwMode="gray">
          <a:xfrm>
            <a:off x="4063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4"/>
          <p:cNvSpPr>
            <a:spLocks noGrp="1"/>
          </p:cNvSpPr>
          <p:nvPr>
            <p:ph type="pic" sz="quarter" idx="13" hasCustomPrompt="1"/>
          </p:nvPr>
        </p:nvSpPr>
        <p:spPr bwMode="gray">
          <a:xfrm>
            <a:off x="-7200" y="3430800"/>
            <a:ext cx="4065600" cy="34308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1" name="Picture Placeholder 3"/>
          <p:cNvSpPr>
            <a:spLocks noGrp="1"/>
          </p:cNvSpPr>
          <p:nvPr>
            <p:ph type="pic" sz="quarter" idx="12" hasCustomPrompt="1"/>
          </p:nvPr>
        </p:nvSpPr>
        <p:spPr bwMode="gray">
          <a:xfrm>
            <a:off x="81360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3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0"/>
            <a:ext cx="4065600" cy="34308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2" name="Title"/>
          <p:cNvSpPr>
            <a:spLocks noGrp="1"/>
          </p:cNvSpPr>
          <p:nvPr>
            <p:ph type="title" hasCustomPrompt="1"/>
          </p:nvPr>
        </p:nvSpPr>
        <p:spPr/>
        <p:txBody>
          <a:bodyPr vert="horz" wrap="square" lIns="450000" tIns="144000" rIns="90000" bIns="144000" rtlCol="0" anchor="t" anchorCtr="0">
            <a:spAutoFit/>
          </a:bodyPr>
          <a:lstStyle>
            <a:lvl1pPr>
              <a:defRPr lang="en-US" dirty="0"/>
            </a:lvl1pPr>
          </a:lstStyle>
          <a:p>
            <a:pPr lvl="0"/>
            <a:r>
              <a:rPr lang="en-US" noProof="0"/>
              <a:t>Click to add title</a:t>
            </a:r>
          </a:p>
        </p:txBody>
      </p:sp>
    </p:spTree>
    <p:extLst>
      <p:ext uri="{BB962C8B-B14F-4D97-AF65-F5344CB8AC3E}">
        <p14:creationId xmlns:p14="http://schemas.microsoft.com/office/powerpoint/2010/main" val="135361373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9 pictures">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3B7F431F-6C16-4EAF-9D55-96329CEFBE38}"/>
              </a:ext>
            </a:extLst>
          </p:cNvPr>
          <p:cNvSpPr>
            <a:spLocks noGrp="1"/>
          </p:cNvSpPr>
          <p:nvPr>
            <p:ph type="ftr" sz="quarter" idx="19"/>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BE701F0-2D10-4EB7-BFE4-BEEC39397E96}"/>
              </a:ext>
            </a:extLst>
          </p:cNvPr>
          <p:cNvSpPr>
            <a:spLocks noGrp="1"/>
          </p:cNvSpPr>
          <p:nvPr>
            <p:ph type="sldNum" sz="quarter" idx="20"/>
          </p:nvPr>
        </p:nvSpPr>
        <p:spPr/>
        <p:txBody>
          <a:bodyPr/>
          <a:lstStyle/>
          <a:p>
            <a:fld id="{A930EF64-91C9-4EBD-82F9-3643AB15A28C}" type="slidenum">
              <a:rPr lang="en-US" noProof="0" smtClean="0"/>
              <a:pPr/>
              <a:t>‹#›</a:t>
            </a:fld>
            <a:endParaRPr lang="en-US" noProof="0"/>
          </a:p>
        </p:txBody>
      </p:sp>
      <p:sp>
        <p:nvSpPr>
          <p:cNvPr id="20" name="Picture Placeholder 9"/>
          <p:cNvSpPr>
            <a:spLocks noGrp="1"/>
          </p:cNvSpPr>
          <p:nvPr>
            <p:ph type="pic" sz="quarter" idx="18" hasCustomPrompt="1"/>
          </p:nvPr>
        </p:nvSpPr>
        <p:spPr bwMode="gray">
          <a:xfrm>
            <a:off x="81360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9" name="Picture Placeholder 8"/>
          <p:cNvSpPr>
            <a:spLocks noGrp="1"/>
          </p:cNvSpPr>
          <p:nvPr>
            <p:ph type="pic" sz="quarter" idx="17" hasCustomPrompt="1"/>
          </p:nvPr>
        </p:nvSpPr>
        <p:spPr bwMode="gray">
          <a:xfrm>
            <a:off x="40644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8" name="Picture Placeholder 7"/>
          <p:cNvSpPr>
            <a:spLocks noGrp="1"/>
          </p:cNvSpPr>
          <p:nvPr>
            <p:ph type="pic" sz="quarter" idx="16" hasCustomPrompt="1"/>
          </p:nvPr>
        </p:nvSpPr>
        <p:spPr bwMode="gray">
          <a:xfrm>
            <a:off x="-7200" y="4572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7" name="Picture Placeholder 6"/>
          <p:cNvSpPr>
            <a:spLocks noGrp="1"/>
          </p:cNvSpPr>
          <p:nvPr>
            <p:ph type="pic" sz="quarter" idx="15" hasCustomPrompt="1"/>
          </p:nvPr>
        </p:nvSpPr>
        <p:spPr bwMode="gray">
          <a:xfrm>
            <a:off x="81360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6" name="Picture Placeholder 5"/>
          <p:cNvSpPr>
            <a:spLocks noGrp="1"/>
          </p:cNvSpPr>
          <p:nvPr>
            <p:ph type="pic" sz="quarter" idx="14" hasCustomPrompt="1"/>
          </p:nvPr>
        </p:nvSpPr>
        <p:spPr bwMode="gray">
          <a:xfrm>
            <a:off x="4064400" y="2286000"/>
            <a:ext cx="4065600" cy="2286000"/>
          </a:xfrm>
          <a:prstGeom prst="rect">
            <a:avLst/>
          </a:prstGeom>
          <a:ln w="6350">
            <a:solidFill>
              <a:schemeClr val="bg1">
                <a:lumMod val="95000"/>
              </a:schemeClr>
            </a:solidFill>
            <a:miter lim="800000"/>
          </a:ln>
        </p:spPr>
        <p:txBody>
          <a:bodyPr/>
          <a:lstStyle>
            <a:lvl1pPr marL="0" indent="0">
              <a:buNone/>
              <a:defRPr/>
            </a:lvl1pPr>
          </a:lstStyle>
          <a:p>
            <a:r>
              <a:rPr lang="en-US" noProof="0"/>
              <a:t>Click on symbol to add picture</a:t>
            </a:r>
          </a:p>
        </p:txBody>
      </p:sp>
      <p:sp>
        <p:nvSpPr>
          <p:cNvPr id="15" name="Picture Placeholder 4"/>
          <p:cNvSpPr>
            <a:spLocks noGrp="1"/>
          </p:cNvSpPr>
          <p:nvPr>
            <p:ph type="pic" sz="quarter" idx="13" hasCustomPrompt="1"/>
          </p:nvPr>
        </p:nvSpPr>
        <p:spPr bwMode="gray">
          <a:xfrm>
            <a:off x="-7200" y="2286000"/>
            <a:ext cx="4065600" cy="2286000"/>
          </a:xfrm>
          <a:prstGeom prst="rect">
            <a:avLst/>
          </a:prstGeom>
          <a:ln w="6350">
            <a:solidFill>
              <a:schemeClr val="bg1">
                <a:lumMod val="95000"/>
              </a:schemeClr>
            </a:solidFill>
            <a:miter lim="800000"/>
          </a:ln>
        </p:spPr>
        <p:txBody>
          <a:bodyPr/>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4" name="Picture Placeholder 3"/>
          <p:cNvSpPr>
            <a:spLocks noGrp="1"/>
          </p:cNvSpPr>
          <p:nvPr>
            <p:ph type="pic" sz="quarter" idx="12" hasCustomPrompt="1"/>
          </p:nvPr>
        </p:nvSpPr>
        <p:spPr bwMode="gray">
          <a:xfrm>
            <a:off x="81360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3" name="Picture Placeholder 2"/>
          <p:cNvSpPr>
            <a:spLocks noGrp="1"/>
          </p:cNvSpPr>
          <p:nvPr>
            <p:ph type="pic" sz="quarter" idx="11" hasCustomPrompt="1"/>
          </p:nvPr>
        </p:nvSpPr>
        <p:spPr bwMode="gray">
          <a:xfrm>
            <a:off x="40644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12" name="Picture Placeholder 1"/>
          <p:cNvSpPr>
            <a:spLocks noGrp="1"/>
          </p:cNvSpPr>
          <p:nvPr>
            <p:ph type="pic" sz="quarter" idx="10" hasCustomPrompt="1"/>
          </p:nvPr>
        </p:nvSpPr>
        <p:spPr bwMode="gray">
          <a:xfrm>
            <a:off x="-7200" y="0"/>
            <a:ext cx="4065600" cy="2286000"/>
          </a:xfrm>
          <a:prstGeom prst="rect">
            <a:avLst/>
          </a:prstGeom>
          <a:ln w="6350">
            <a:solidFill>
              <a:schemeClr val="bg1">
                <a:lumMod val="95000"/>
              </a:schemeClr>
            </a:solidFill>
            <a:miter lim="800000"/>
          </a:ln>
        </p:spPr>
        <p:txBody>
          <a:bodyPr tIns="1270800"/>
          <a:lstStyle>
            <a:lvl1pPr marL="0" marR="0" indent="0" algn="l" defTabSz="914400" rtl="0" eaLnBrk="1" fontAlgn="auto" latinLnBrk="0" hangingPunct="1">
              <a:lnSpc>
                <a:spcPct val="100000"/>
              </a:lnSpc>
              <a:spcBef>
                <a:spcPts val="600"/>
              </a:spcBef>
              <a:spcAft>
                <a:spcPts val="0"/>
              </a:spcAft>
              <a:buClrTx/>
              <a:buSzTx/>
              <a:buFont typeface="Wingdings" pitchFamily="2" charset="2"/>
              <a:buNone/>
              <a:tabLst/>
              <a:defRPr/>
            </a:lvl1pPr>
          </a:lstStyle>
          <a:p>
            <a:r>
              <a:rPr lang="en-US" noProof="0"/>
              <a:t>Click on symbol to add picture</a:t>
            </a:r>
          </a:p>
          <a:p>
            <a:endParaRPr lang="en-US" noProof="0"/>
          </a:p>
        </p:txBody>
      </p:sp>
      <p:sp>
        <p:nvSpPr>
          <p:cNvPr id="4" name="Titel 3">
            <a:extLst>
              <a:ext uri="{FF2B5EF4-FFF2-40B4-BE49-F238E27FC236}">
                <a16:creationId xmlns:a16="http://schemas.microsoft.com/office/drawing/2014/main" id="{3F61FA7E-5635-DAD6-63A6-B3F4AB3D8F95}"/>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7040205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2" name="Black"/>
          <p:cNvSpPr/>
          <p:nvPr userDrawn="1"/>
        </p:nvSpPr>
        <p:spPr bwMode="ltGray">
          <a:xfrm>
            <a:off x="-1" y="0"/>
            <a:ext cx="12192001" cy="6858000"/>
          </a:xfrm>
          <a:prstGeom prst="rect">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a:solidFill>
                <a:schemeClr val="bg1"/>
              </a:solidFill>
              <a:latin typeface="Arial" pitchFamily="34" charset="0"/>
              <a:cs typeface="Arial" pitchFamily="34" charset="0"/>
            </a:endParaRPr>
          </a:p>
        </p:txBody>
      </p:sp>
      <p:sp>
        <p:nvSpPr>
          <p:cNvPr id="4" name="Footer Placeholder">
            <a:extLst>
              <a:ext uri="{FF2B5EF4-FFF2-40B4-BE49-F238E27FC236}">
                <a16:creationId xmlns:a16="http://schemas.microsoft.com/office/drawing/2014/main" id="{22B7274A-E314-4ED9-80AF-92D22D8B8AB2}"/>
              </a:ext>
            </a:extLst>
          </p:cNvPr>
          <p:cNvSpPr>
            <a:spLocks noGrp="1"/>
          </p:cNvSpPr>
          <p:nvPr>
            <p:ph type="ftr" sz="quarter" idx="18"/>
          </p:nvPr>
        </p:nvSpPr>
        <p:spPr/>
        <p:txBody>
          <a:bodyPr/>
          <a:lstStyle/>
          <a:p>
            <a:r>
              <a:rPr lang="en-US"/>
              <a:t>Footer text</a:t>
            </a:r>
          </a:p>
        </p:txBody>
      </p:sp>
      <p:sp>
        <p:nvSpPr>
          <p:cNvPr id="5" name="Slide Number Placeholder">
            <a:extLst>
              <a:ext uri="{FF2B5EF4-FFF2-40B4-BE49-F238E27FC236}">
                <a16:creationId xmlns:a16="http://schemas.microsoft.com/office/drawing/2014/main" id="{BC03AE38-4298-4D83-888D-DAB5D4938648}"/>
              </a:ext>
            </a:extLst>
          </p:cNvPr>
          <p:cNvSpPr>
            <a:spLocks noGrp="1"/>
          </p:cNvSpPr>
          <p:nvPr>
            <p:ph type="sldNum" sz="quarter" idx="19"/>
          </p:nvPr>
        </p:nvSpPr>
        <p:spPr/>
        <p:txBody>
          <a:bodyPr/>
          <a:lstStyle/>
          <a:p>
            <a:fld id="{A930EF64-91C9-4EBD-82F9-3643AB15A28C}" type="slidenum">
              <a:rPr lang="en-US" smtClean="0"/>
              <a:pPr/>
              <a:t>‹#›</a:t>
            </a:fld>
            <a:endParaRPr lang="en-US"/>
          </a:p>
        </p:txBody>
      </p:sp>
      <p:sp>
        <p:nvSpPr>
          <p:cNvPr id="3" name="Media Placeholder"/>
          <p:cNvSpPr>
            <a:spLocks noGrp="1"/>
          </p:cNvSpPr>
          <p:nvPr>
            <p:ph type="media" sz="quarter" idx="17" hasCustomPrompt="1"/>
          </p:nvPr>
        </p:nvSpPr>
        <p:spPr bwMode="white">
          <a:xfrm>
            <a:off x="-1" y="0"/>
            <a:ext cx="12193200" cy="6856226"/>
          </a:xfrm>
          <a:prstGeom prst="rect">
            <a:avLst/>
          </a:prstGeom>
        </p:spPr>
        <p:txBody>
          <a:bodyPr/>
          <a:lstStyle>
            <a:lvl1pPr marL="0" indent="0">
              <a:buNone/>
              <a:defRPr>
                <a:solidFill>
                  <a:schemeClr val="bg1"/>
                </a:solidFill>
              </a:defRPr>
            </a:lvl1pPr>
          </a:lstStyle>
          <a:p>
            <a:r>
              <a:rPr lang="en-US" noProof="0"/>
              <a:t>Click on symbol to add v</a:t>
            </a:r>
            <a:r>
              <a:rPr lang="en-US" err="1"/>
              <a:t>ideo</a:t>
            </a:r>
            <a:r>
              <a:rPr lang="en-US"/>
              <a:t> in 16:9 </a:t>
            </a:r>
            <a:r>
              <a:rPr lang="en-US" err="1"/>
              <a:t>format</a:t>
            </a:r>
            <a:endParaRPr lang="en-US"/>
          </a:p>
        </p:txBody>
      </p:sp>
    </p:spTree>
    <p:extLst>
      <p:ext uri="{BB962C8B-B14F-4D97-AF65-F5344CB8AC3E}">
        <p14:creationId xmlns:p14="http://schemas.microsoft.com/office/powerpoint/2010/main" val="215558763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Graphics">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6D1787AB-6D34-4497-8839-CEB0A1A22779}"/>
              </a:ext>
            </a:extLst>
          </p:cNvPr>
          <p:cNvSpPr>
            <a:spLocks noGrp="1"/>
          </p:cNvSpPr>
          <p:nvPr>
            <p:ph type="ftr" sz="quarter" idx="14"/>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A3BAD292-9C8A-4178-A096-3F282FE0B149}"/>
              </a:ext>
            </a:extLst>
          </p:cNvPr>
          <p:cNvSpPr>
            <a:spLocks noGrp="1"/>
          </p:cNvSpPr>
          <p:nvPr>
            <p:ph type="sldNum" sz="quarter" idx="15"/>
          </p:nvPr>
        </p:nvSpPr>
        <p:spPr/>
        <p:txBody>
          <a:bodyPr/>
          <a:lstStyle/>
          <a:p>
            <a:fld id="{A930EF64-91C9-4EBD-82F9-3643AB15A28C}" type="slidenum">
              <a:rPr lang="en-US" noProof="0" smtClean="0"/>
              <a:pPr/>
              <a:t>‹#›</a:t>
            </a:fld>
            <a:endParaRPr lang="en-US" noProof="0"/>
          </a:p>
        </p:txBody>
      </p:sp>
      <p:sp>
        <p:nvSpPr>
          <p:cNvPr id="9" name="Chart Placeholder"/>
          <p:cNvSpPr>
            <a:spLocks noGrp="1"/>
          </p:cNvSpPr>
          <p:nvPr>
            <p:ph type="chart" sz="quarter" idx="13" hasCustomPrompt="1"/>
          </p:nvPr>
        </p:nvSpPr>
        <p:spPr bwMode="gray">
          <a:xfrm>
            <a:off x="335361" y="1484313"/>
            <a:ext cx="11521279" cy="4969529"/>
          </a:xfrm>
          <a:prstGeom prst="rect">
            <a:avLst/>
          </a:prstGeom>
          <a:ln>
            <a:noFill/>
            <a:miter lim="800000"/>
          </a:ln>
        </p:spPr>
        <p:txBody>
          <a:bodyPr lIns="90000" tIns="0"/>
          <a:lstStyle>
            <a:lvl1pPr marL="0" indent="0">
              <a:buFont typeface="Wingdings" panose="05000000000000000000" pitchFamily="2" charset="2"/>
              <a:buNone/>
              <a:defRPr/>
            </a:lvl1pPr>
          </a:lstStyle>
          <a:p>
            <a:r>
              <a:rPr lang="en-US" noProof="0"/>
              <a:t>Click on symbol to add diagram/chart</a:t>
            </a:r>
          </a:p>
        </p:txBody>
      </p:sp>
      <p:sp>
        <p:nvSpPr>
          <p:cNvPr id="2" name="Title">
            <a:extLst>
              <a:ext uri="{FF2B5EF4-FFF2-40B4-BE49-F238E27FC236}">
                <a16:creationId xmlns:a16="http://schemas.microsoft.com/office/drawing/2014/main" id="{4875A038-76B6-4E5E-9461-7B75B0E9323F}"/>
              </a:ext>
            </a:extLst>
          </p:cNvPr>
          <p:cNvSpPr>
            <a:spLocks noGrp="1"/>
          </p:cNvSpPr>
          <p:nvPr>
            <p:ph type="title" hasCustomPrompt="1"/>
          </p:nvPr>
        </p:nvSpPr>
        <p:spPr/>
        <p:txBody>
          <a:bodyPr/>
          <a:lstStyle>
            <a:lvl1pPr>
              <a:defRPr/>
            </a:lvl1pPr>
          </a:lstStyle>
          <a:p>
            <a:r>
              <a:rPr lang="en-US" noProof="0"/>
              <a:t>Click to add title</a:t>
            </a:r>
          </a:p>
        </p:txBody>
      </p:sp>
    </p:spTree>
    <p:extLst>
      <p:ext uri="{BB962C8B-B14F-4D97-AF65-F5344CB8AC3E}">
        <p14:creationId xmlns:p14="http://schemas.microsoft.com/office/powerpoint/2010/main" val="172845117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40FB082D-0528-4AB0-982F-BB0D654F93F6}"/>
              </a:ext>
            </a:extLst>
          </p:cNvPr>
          <p:cNvSpPr>
            <a:spLocks noGrp="1"/>
          </p:cNvSpPr>
          <p:nvPr>
            <p:ph type="ftr" sz="quarter" idx="17"/>
          </p:nvPr>
        </p:nvSpPr>
        <p:spPr/>
        <p:txBody>
          <a:bodyPr/>
          <a:lstStyle/>
          <a:p>
            <a:r>
              <a:rPr lang="en-US" noProof="0"/>
              <a:t>Footer text</a:t>
            </a:r>
          </a:p>
        </p:txBody>
      </p:sp>
      <p:sp>
        <p:nvSpPr>
          <p:cNvPr id="7" name="Slide Number Placeholder">
            <a:extLst>
              <a:ext uri="{FF2B5EF4-FFF2-40B4-BE49-F238E27FC236}">
                <a16:creationId xmlns:a16="http://schemas.microsoft.com/office/drawing/2014/main" id="{263F52BA-04FF-44FB-AFBA-C472EAF2E03C}"/>
              </a:ext>
            </a:extLst>
          </p:cNvPr>
          <p:cNvSpPr>
            <a:spLocks noGrp="1"/>
          </p:cNvSpPr>
          <p:nvPr>
            <p:ph type="sldNum" sz="quarter" idx="18"/>
          </p:nvPr>
        </p:nvSpPr>
        <p:spPr/>
        <p:txBody>
          <a:bodyPr/>
          <a:lstStyle/>
          <a:p>
            <a:fld id="{A930EF64-91C9-4EBD-82F9-3643AB15A28C}" type="slidenum">
              <a:rPr lang="en-US" noProof="0" smtClean="0"/>
              <a:pPr/>
              <a:t>‹#›</a:t>
            </a:fld>
            <a:endParaRPr lang="en-US" noProof="0"/>
          </a:p>
        </p:txBody>
      </p:sp>
      <p:sp>
        <p:nvSpPr>
          <p:cNvPr id="5" name="Table Placeholder">
            <a:extLst>
              <a:ext uri="{FF2B5EF4-FFF2-40B4-BE49-F238E27FC236}">
                <a16:creationId xmlns:a16="http://schemas.microsoft.com/office/drawing/2014/main" id="{67524011-23C3-4303-A154-1A435121F38C}"/>
              </a:ext>
            </a:extLst>
          </p:cNvPr>
          <p:cNvSpPr>
            <a:spLocks noGrp="1"/>
          </p:cNvSpPr>
          <p:nvPr>
            <p:ph type="tbl" sz="quarter" idx="16" hasCustomPrompt="1"/>
          </p:nvPr>
        </p:nvSpPr>
        <p:spPr>
          <a:xfrm>
            <a:off x="0" y="1108800"/>
            <a:ext cx="12200400" cy="5752800"/>
          </a:xfrm>
        </p:spPr>
        <p:txBody>
          <a:bodyPr/>
          <a:lstStyle>
            <a:lvl1pPr marL="0" indent="0">
              <a:buNone/>
              <a:defRPr/>
            </a:lvl1pPr>
          </a:lstStyle>
          <a:p>
            <a:r>
              <a:rPr lang="en-US" noProof="0"/>
              <a:t>Click on symbol to add table</a:t>
            </a:r>
          </a:p>
        </p:txBody>
      </p:sp>
      <p:sp>
        <p:nvSpPr>
          <p:cNvPr id="2" name="Titel 1">
            <a:extLst>
              <a:ext uri="{FF2B5EF4-FFF2-40B4-BE49-F238E27FC236}">
                <a16:creationId xmlns:a16="http://schemas.microsoft.com/office/drawing/2014/main" id="{E20B4D83-E007-4FFB-7AB3-3C64823A34FE}"/>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74009544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
        <p:nvSpPr>
          <p:cNvPr id="2" name="Titel 1">
            <a:extLst>
              <a:ext uri="{FF2B5EF4-FFF2-40B4-BE49-F238E27FC236}">
                <a16:creationId xmlns:a16="http://schemas.microsoft.com/office/drawing/2014/main" id="{67FBA53B-A944-06F0-FE80-F3E811D3C8DD}"/>
              </a:ext>
            </a:extLst>
          </p:cNvPr>
          <p:cNvSpPr>
            <a:spLocks noGrp="1"/>
          </p:cNvSpPr>
          <p:nvPr>
            <p:ph type="title" hasCustomPrompt="1"/>
          </p:nvPr>
        </p:nvSpPr>
        <p:spPr/>
        <p:txBody>
          <a:bodyPr/>
          <a:lstStyle/>
          <a:p>
            <a:r>
              <a:rPr lang="de-DE"/>
              <a:t>Click </a:t>
            </a:r>
            <a:r>
              <a:rPr lang="de-DE" err="1"/>
              <a:t>to</a:t>
            </a:r>
            <a:r>
              <a:rPr lang="de-DE"/>
              <a:t> </a:t>
            </a:r>
            <a:r>
              <a:rPr lang="de-DE" err="1"/>
              <a:t>add</a:t>
            </a:r>
            <a:r>
              <a:rPr lang="de-DE"/>
              <a:t> title</a:t>
            </a:r>
          </a:p>
        </p:txBody>
      </p:sp>
    </p:spTree>
    <p:extLst>
      <p:ext uri="{BB962C8B-B14F-4D97-AF65-F5344CB8AC3E}">
        <p14:creationId xmlns:p14="http://schemas.microsoft.com/office/powerpoint/2010/main" val="21506508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Empty silver-blue">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3BC4754F-FBBF-564A-F9F1-0EB0D45DFDA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Title"/>
          <p:cNvSpPr>
            <a:spLocks noGrp="1"/>
          </p:cNvSpPr>
          <p:nvPr>
            <p:ph type="title" hasCustomPrompt="1"/>
          </p:nvPr>
        </p:nvSpPr>
        <p:spPr>
          <a:xfrm>
            <a:off x="-1" y="112233"/>
            <a:ext cx="10137600" cy="629367"/>
          </a:xfrm>
          <a:prstGeom prst="rect">
            <a:avLst/>
          </a:prstGeom>
        </p:spPr>
        <p:txBody>
          <a:bodyPr vert="horz" wrap="square" lIns="450000" tIns="144000" rIns="90000" bIns="144000" rtlCol="0" anchor="t" anchorCtr="0">
            <a:spAutoFit/>
          </a:bodyPr>
          <a:lstStyle>
            <a:lvl1pPr>
              <a:defRPr lang="en-US" noProof="0" dirty="0">
                <a:solidFill>
                  <a:schemeClr val="tx1"/>
                </a:solidFill>
              </a:defRPr>
            </a:lvl1pPr>
          </a:lstStyle>
          <a:p>
            <a:pPr marL="0" lvl="0"/>
            <a:r>
              <a:rPr lang="en-US" noProof="0"/>
              <a:t>Click to add title </a:t>
            </a:r>
          </a:p>
        </p:txBody>
      </p:sp>
      <p:sp>
        <p:nvSpPr>
          <p:cNvPr id="4" name="Footer Placeholder">
            <a:extLst>
              <a:ext uri="{FF2B5EF4-FFF2-40B4-BE49-F238E27FC236}">
                <a16:creationId xmlns:a16="http://schemas.microsoft.com/office/drawing/2014/main" id="{5A31BCFD-B5A1-4766-A91D-D6AB6DEFC7FA}"/>
              </a:ext>
            </a:extLst>
          </p:cNvPr>
          <p:cNvSpPr>
            <a:spLocks noGrp="1"/>
          </p:cNvSpPr>
          <p:nvPr>
            <p:ph type="ftr" sz="quarter" idx="10"/>
          </p:nvPr>
        </p:nvSpPr>
        <p:spPr/>
        <p:txBody>
          <a:bodyPr/>
          <a:lstStyle/>
          <a:p>
            <a:r>
              <a:rPr lang="en-US" noProof="0"/>
              <a:t>Footer text</a:t>
            </a:r>
          </a:p>
        </p:txBody>
      </p:sp>
      <p:sp>
        <p:nvSpPr>
          <p:cNvPr id="5" name="Slide Number Placeholder">
            <a:extLst>
              <a:ext uri="{FF2B5EF4-FFF2-40B4-BE49-F238E27FC236}">
                <a16:creationId xmlns:a16="http://schemas.microsoft.com/office/drawing/2014/main" id="{8802804A-C19E-4598-9CFA-5291C52C80E1}"/>
              </a:ext>
            </a:extLst>
          </p:cNvPr>
          <p:cNvSpPr>
            <a:spLocks noGrp="1"/>
          </p:cNvSpPr>
          <p:nvPr>
            <p:ph type="sldNum" sz="quarter" idx="11"/>
          </p:nvPr>
        </p:nvSpPr>
        <p:spPr/>
        <p:txBody>
          <a:bodyPr/>
          <a:lstStyle/>
          <a:p>
            <a:fld id="{A930EF64-91C9-4EBD-82F9-3643AB15A28C}" type="slidenum">
              <a:rPr lang="en-US" noProof="0" smtClean="0"/>
              <a:pPr/>
              <a:t>‹#›</a:t>
            </a:fld>
            <a:endParaRPr lang="en-US" noProof="0"/>
          </a:p>
        </p:txBody>
      </p:sp>
    </p:spTree>
    <p:extLst>
      <p:ext uri="{BB962C8B-B14F-4D97-AF65-F5344CB8AC3E}">
        <p14:creationId xmlns:p14="http://schemas.microsoft.com/office/powerpoint/2010/main" val="1584382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act – EN">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0FABAA2E-4E9A-4460-887B-63388ECCD83C}"/>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5272A250-950F-4B10-8016-B1DD44A8958C}"/>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GmbH &amp; Co. KG</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2" name="Date Placeholder"/>
          <p:cNvSpPr>
            <a:spLocks noGrp="1"/>
          </p:cNvSpPr>
          <p:nvPr>
            <p:ph type="body" sz="quarter" idx="11" hasCustomPrompt="1"/>
          </p:nvPr>
        </p:nvSpPr>
        <p:spPr>
          <a:xfrm>
            <a:off x="3255495"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buFont typeface="Wingdings" panose="05000000000000000000" pitchFamily="2" charset="2"/>
              <a:buNone/>
            </a:pPr>
            <a:r>
              <a:rPr lang="en-US" altLang="en-US" sz="1600" noProof="0"/>
              <a:t>Phone:	+49 5246 963-0  </a:t>
            </a:r>
          </a:p>
          <a:p>
            <a:pPr>
              <a:buFont typeface="Wingdings" panose="05000000000000000000" pitchFamily="2" charset="2"/>
              <a:buNone/>
            </a:pPr>
            <a:r>
              <a:rPr lang="en-US" altLang="en-US" sz="1600" noProof="0"/>
              <a:t>E-mail:	info@beckhoff.com </a:t>
            </a:r>
          </a:p>
          <a:p>
            <a:pPr>
              <a:buFont typeface="Wingdings" panose="05000000000000000000" pitchFamily="2" charset="2"/>
              <a:buNone/>
            </a:pPr>
            <a:r>
              <a:rPr lang="en-US" altLang="en-US" sz="1600" noProof="0"/>
              <a:t>Web:	www.beckhoff.com </a:t>
            </a:r>
            <a:r>
              <a:rPr lang="en-US" altLang="en-US" sz="1600" b="1" noProof="0"/>
              <a:t> </a:t>
            </a:r>
          </a:p>
        </p:txBody>
      </p:sp>
      <p:sp>
        <p:nvSpPr>
          <p:cNvPr id="9" name="Address"/>
          <p:cNvSpPr txBox="1"/>
          <p:nvPr userDrawn="1"/>
        </p:nvSpPr>
        <p:spPr>
          <a:xfrm>
            <a:off x="4" y="1090800"/>
            <a:ext cx="6095998"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lvl="0"/>
            <a:r>
              <a:rPr lang="en-US" altLang="en-US" sz="1600" noProof="0"/>
              <a:t>Beckhoff Automation GmbH &amp; Co. KG </a:t>
            </a:r>
            <a:br>
              <a:rPr lang="en-US" altLang="en-US" sz="1600" noProof="0"/>
            </a:br>
            <a:r>
              <a:rPr lang="en-US" altLang="en-US" sz="1600" b="0" noProof="0"/>
              <a:t>Headquarters </a:t>
            </a:r>
            <a:br>
              <a:rPr lang="en-US" altLang="en-US" sz="1600" b="0" noProof="0"/>
            </a:br>
            <a:r>
              <a:rPr lang="en-US" altLang="en-US" sz="1600" b="0" noProof="0"/>
              <a:t>Huelshorstweg 20 </a:t>
            </a:r>
            <a:br>
              <a:rPr lang="en-US" altLang="en-US" sz="1600" b="0" noProof="0"/>
            </a:br>
            <a:r>
              <a:rPr lang="en-US" altLang="en-US" sz="1600" b="0" noProof="0"/>
              <a:t>33415 Verl </a:t>
            </a:r>
            <a:br>
              <a:rPr lang="en-US" altLang="en-US" sz="1600" b="0" noProof="0"/>
            </a:br>
            <a:r>
              <a:rPr lang="en-US" altLang="en-US" sz="1600" b="0" noProof="0"/>
              <a:t>Germany </a:t>
            </a:r>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defPPr>
              <a:defRPr lang="en-US"/>
            </a:defPPr>
            <a:lvl1pPr lvl="0">
              <a:spcBef>
                <a:spcPct val="0"/>
              </a:spcBef>
              <a:buNone/>
              <a:defRPr sz="2200" b="1" baseline="0">
                <a:solidFill>
                  <a:schemeClr val="bg1"/>
                </a:solidFill>
                <a:latin typeface="Arial" pitchFamily="34" charset="0"/>
                <a:ea typeface="+mj-ea"/>
                <a:cs typeface="Arial" pitchFamily="34" charset="0"/>
              </a:defRPr>
            </a:lvl1pPr>
          </a:lstStyle>
          <a:p>
            <a:pPr lvl="0"/>
            <a:r>
              <a:rPr lang="en-US" noProof="0">
                <a:solidFill>
                  <a:schemeClr val="tx1"/>
                </a:solidFill>
              </a:rPr>
              <a:t>Contact</a:t>
            </a:r>
          </a:p>
        </p:txBody>
      </p:sp>
    </p:spTree>
    <p:extLst>
      <p:ext uri="{BB962C8B-B14F-4D97-AF65-F5344CB8AC3E}">
        <p14:creationId xmlns:p14="http://schemas.microsoft.com/office/powerpoint/2010/main" val="20464259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act – DE">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7" name="Legal Notes"/>
          <p:cNvSpPr txBox="1">
            <a:spLocks noChangeArrowheads="1"/>
          </p:cNvSpPr>
          <p:nvPr userDrawn="1"/>
        </p:nvSpPr>
        <p:spPr bwMode="auto">
          <a:xfrm>
            <a:off x="0" y="4001989"/>
            <a:ext cx="10153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lvl1pPr marL="3175" indent="-3175">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de-DE" sz="1200" noProof="0">
                <a:latin typeface="+mj-lt"/>
              </a:rPr>
              <a:t>© Beckhoff Automation GmbH &amp; Co. KG</a:t>
            </a:r>
          </a:p>
          <a:p>
            <a:endParaRPr lang="de-DE" altLang="de-DE" sz="1200" noProof="0">
              <a:latin typeface="+mj-lt"/>
            </a:endParaRPr>
          </a:p>
          <a:p>
            <a:pPr>
              <a:buFont typeface="Wingdings" panose="05000000000000000000" pitchFamily="2" charset="2"/>
              <a:buNone/>
            </a:pPr>
            <a:r>
              <a:rPr lang="de-DE" altLang="de-DE" sz="1200" noProof="0">
                <a:latin typeface="+mj-lt"/>
              </a:rPr>
              <a:t>Alle Bilder sind urheberrechtlich geschützt. Die Weitergabe und Nutzung durch Dritte ist nicht gestattet.</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sz="1200" b="0" i="0">
                <a:solidFill>
                  <a:srgbClr val="111111"/>
                </a:solidFill>
                <a:effectLst/>
                <a:latin typeface="+mj-lt"/>
              </a:rPr>
              <a:t>Beckhoff</a:t>
            </a:r>
            <a:r>
              <a:rPr lang="de-DE" sz="1200" b="0" i="0" baseline="30000">
                <a:solidFill>
                  <a:srgbClr val="111111"/>
                </a:solidFill>
                <a:effectLst/>
                <a:latin typeface="+mj-lt"/>
              </a:rPr>
              <a:t>®</a:t>
            </a:r>
            <a:r>
              <a:rPr lang="de-DE" sz="1200" b="0" i="0">
                <a:solidFill>
                  <a:srgbClr val="111111"/>
                </a:solidFill>
                <a:effectLst/>
                <a:latin typeface="+mj-lt"/>
              </a:rPr>
              <a:t>, TwinCAT</a:t>
            </a:r>
            <a:r>
              <a:rPr lang="de-DE" sz="1200" b="0" i="0" baseline="30000">
                <a:solidFill>
                  <a:srgbClr val="111111"/>
                </a:solidFill>
                <a:effectLst/>
                <a:latin typeface="+mj-lt"/>
              </a:rPr>
              <a:t>®</a:t>
            </a:r>
            <a:r>
              <a:rPr lang="de-DE" sz="1200" b="0" i="0">
                <a:solidFill>
                  <a:srgbClr val="111111"/>
                </a:solidFill>
                <a:effectLst/>
                <a:latin typeface="+mj-lt"/>
              </a:rPr>
              <a:t>, TwinCAT/BSD</a:t>
            </a:r>
            <a:r>
              <a:rPr lang="de-DE" sz="1200" b="0" i="0" baseline="30000">
                <a:solidFill>
                  <a:srgbClr val="111111"/>
                </a:solidFill>
                <a:effectLst/>
                <a:latin typeface="+mj-lt"/>
              </a:rPr>
              <a:t>®</a:t>
            </a:r>
            <a:r>
              <a:rPr lang="de-DE" sz="1200" b="0" i="0">
                <a:solidFill>
                  <a:srgbClr val="111111"/>
                </a:solidFill>
                <a:effectLst/>
                <a:latin typeface="+mj-lt"/>
              </a:rPr>
              <a:t>, TC/BSD</a:t>
            </a:r>
            <a:r>
              <a:rPr lang="de-DE" sz="1200" b="0" i="0" baseline="30000">
                <a:solidFill>
                  <a:srgbClr val="111111"/>
                </a:solidFill>
                <a:effectLst/>
                <a:latin typeface="+mj-lt"/>
              </a:rPr>
              <a:t>®</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EtherCAT G</a:t>
            </a:r>
            <a:r>
              <a:rPr lang="de-DE" sz="1200" b="0" i="0" baseline="30000">
                <a:solidFill>
                  <a:srgbClr val="111111"/>
                </a:solidFill>
                <a:effectLst/>
                <a:latin typeface="+mj-lt"/>
              </a:rPr>
              <a:t>®</a:t>
            </a:r>
            <a:r>
              <a:rPr lang="de-DE" sz="1200" b="0" i="0">
                <a:solidFill>
                  <a:srgbClr val="111111"/>
                </a:solidFill>
                <a:effectLst/>
                <a:latin typeface="+mj-lt"/>
              </a:rPr>
              <a:t>, EtherCAT G10</a:t>
            </a:r>
            <a:r>
              <a:rPr lang="de-DE" sz="1200" b="0" i="0" baseline="30000">
                <a:solidFill>
                  <a:srgbClr val="111111"/>
                </a:solidFill>
                <a:effectLst/>
                <a:latin typeface="+mj-lt"/>
              </a:rPr>
              <a:t>®</a:t>
            </a:r>
            <a:r>
              <a:rPr lang="de-DE" sz="1200" b="0" i="0">
                <a:solidFill>
                  <a:srgbClr val="111111"/>
                </a:solidFill>
                <a:effectLst/>
                <a:latin typeface="+mj-lt"/>
              </a:rPr>
              <a:t>, EtherCAT P</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Safety</a:t>
            </a:r>
            <a:r>
              <a:rPr lang="de-DE" sz="1200" b="0" i="0">
                <a:solidFill>
                  <a:srgbClr val="111111"/>
                </a:solidFill>
                <a:effectLst/>
                <a:latin typeface="+mj-lt"/>
              </a:rPr>
              <a:t> </a:t>
            </a:r>
            <a:r>
              <a:rPr lang="de-DE" sz="1200" b="0" i="0" err="1">
                <a:solidFill>
                  <a:srgbClr val="111111"/>
                </a:solidFill>
                <a:effectLst/>
                <a:latin typeface="+mj-lt"/>
              </a:rPr>
              <a:t>over</a:t>
            </a:r>
            <a:r>
              <a:rPr lang="de-DE" sz="1200" b="0" i="0">
                <a:solidFill>
                  <a:srgbClr val="111111"/>
                </a:solidFill>
                <a:effectLst/>
                <a:latin typeface="+mj-lt"/>
              </a:rPr>
              <a:t> EtherCAT</a:t>
            </a:r>
            <a:r>
              <a:rPr lang="de-DE" sz="1200" b="0" i="0" baseline="30000">
                <a:solidFill>
                  <a:srgbClr val="111111"/>
                </a:solidFill>
                <a:effectLst/>
                <a:latin typeface="+mj-lt"/>
              </a:rPr>
              <a:t>®</a:t>
            </a:r>
            <a:r>
              <a:rPr lang="de-DE" sz="1200" b="0" i="0">
                <a:solidFill>
                  <a:srgbClr val="111111"/>
                </a:solidFill>
                <a:effectLst/>
                <a:latin typeface="+mj-lt"/>
              </a:rPr>
              <a:t>, </a:t>
            </a:r>
            <a:r>
              <a:rPr lang="de-DE" sz="1200" b="0" i="0" err="1">
                <a:solidFill>
                  <a:srgbClr val="111111"/>
                </a:solidFill>
                <a:effectLst/>
                <a:latin typeface="+mj-lt"/>
              </a:rPr>
              <a:t>TwinSAFE</a:t>
            </a:r>
            <a:r>
              <a:rPr lang="de-DE" sz="1200" b="0" i="0" baseline="30000">
                <a:solidFill>
                  <a:srgbClr val="111111"/>
                </a:solidFill>
                <a:effectLst/>
                <a:latin typeface="+mj-lt"/>
              </a:rPr>
              <a:t>®</a:t>
            </a:r>
            <a:r>
              <a:rPr lang="de-DE" sz="1200" b="0" i="0">
                <a:solidFill>
                  <a:srgbClr val="111111"/>
                </a:solidFill>
                <a:effectLst/>
                <a:latin typeface="+mj-lt"/>
              </a:rPr>
              <a:t>, XFC</a:t>
            </a:r>
            <a:r>
              <a:rPr lang="de-DE" sz="1200" b="0" i="0" baseline="30000">
                <a:solidFill>
                  <a:srgbClr val="111111"/>
                </a:solidFill>
                <a:effectLst/>
                <a:latin typeface="+mj-lt"/>
              </a:rPr>
              <a:t>®</a:t>
            </a:r>
            <a:r>
              <a:rPr lang="de-DE" sz="1200" b="0" i="0">
                <a:solidFill>
                  <a:srgbClr val="111111"/>
                </a:solidFill>
                <a:effectLst/>
                <a:latin typeface="+mj-lt"/>
              </a:rPr>
              <a:t>, XTS</a:t>
            </a:r>
            <a:r>
              <a:rPr lang="de-DE" sz="1200" b="0" i="0" baseline="30000">
                <a:solidFill>
                  <a:srgbClr val="111111"/>
                </a:solidFill>
                <a:effectLst/>
                <a:latin typeface="+mj-lt"/>
              </a:rPr>
              <a:t>®</a:t>
            </a:r>
            <a:r>
              <a:rPr lang="de-DE" sz="1200" b="0" i="0">
                <a:solidFill>
                  <a:srgbClr val="111111"/>
                </a:solidFill>
                <a:effectLst/>
                <a:latin typeface="+mj-lt"/>
              </a:rPr>
              <a:t> und </a:t>
            </a:r>
            <a:r>
              <a:rPr lang="de-DE" sz="1200" b="0" i="0" err="1">
                <a:solidFill>
                  <a:srgbClr val="111111"/>
                </a:solidFill>
                <a:effectLst/>
                <a:latin typeface="+mj-lt"/>
              </a:rPr>
              <a:t>XPlanar</a:t>
            </a:r>
            <a:r>
              <a:rPr lang="de-DE" sz="1200" b="0" i="0" baseline="30000">
                <a:solidFill>
                  <a:srgbClr val="111111"/>
                </a:solidFill>
                <a:effectLst/>
                <a:latin typeface="+mj-lt"/>
              </a:rPr>
              <a:t>®</a:t>
            </a:r>
            <a:r>
              <a:rPr lang="de-DE" sz="1200" b="0" i="0">
                <a:solidFill>
                  <a:srgbClr val="111111"/>
                </a:solidFill>
                <a:effectLst/>
                <a:latin typeface="+mj-lt"/>
              </a:rPr>
              <a:t> sind eingetragene und lizenzierte Marken der Beckhoff Automation GmbH. Die Verwendung anderer in dieser Dokumentation enthaltenen Marken oder Kennzeichen durch Dritte kann zu einer Verletzung von Rechten der Inhaber der entsprechenden Kennzeichen führen.</a:t>
            </a:r>
          </a:p>
          <a:p>
            <a:pPr>
              <a:buFont typeface="Wingdings" panose="05000000000000000000" pitchFamily="2" charset="2"/>
              <a:buNone/>
            </a:pPr>
            <a:endParaRPr lang="de-DE" altLang="de-DE" sz="1200" noProof="0">
              <a:latin typeface="+mj-lt"/>
            </a:endParaRPr>
          </a:p>
          <a:p>
            <a:pPr>
              <a:buFont typeface="Wingdings" panose="05000000000000000000" pitchFamily="2" charset="2"/>
              <a:buNone/>
            </a:pPr>
            <a:r>
              <a:rPr lang="de-DE" altLang="de-DE" sz="1200" noProof="0">
                <a:latin typeface="+mj-lt"/>
              </a:rPr>
              <a:t>Die Informationen in dieser Präsentation enthalten lediglich allgemeine Beschreibungen bzw. Leistungsmerkmale, welche im konkreten Anwendungsfall nicht immer in der beschriebenen Form zutreffen bzw. welche sich durch Weiterentwicklung der Produkte ändern können. Die gewünschten Leistungsmerkmale sind nur dann verbindlich, wenn sie bei Vertragsabschluss ausdrücklich vereinbart werden.</a:t>
            </a:r>
          </a:p>
        </p:txBody>
      </p:sp>
      <p:sp>
        <p:nvSpPr>
          <p:cNvPr id="8" name="Date Placeholder"/>
          <p:cNvSpPr>
            <a:spLocks noGrp="1"/>
          </p:cNvSpPr>
          <p:nvPr>
            <p:ph type="body" sz="quarter" idx="11" hasCustomPrompt="1"/>
          </p:nvPr>
        </p:nvSpPr>
        <p:spPr>
          <a:xfrm>
            <a:off x="3255495" y="4022394"/>
            <a:ext cx="2196000" cy="277200"/>
          </a:xfrm>
        </p:spPr>
        <p:txBody>
          <a:bodyPr lIns="0" tIns="46800"/>
          <a:lstStyle>
            <a:lvl1pPr marL="0" indent="0" algn="l">
              <a:buNone/>
              <a:defRPr lang="de-DE" sz="1200" kern="1200" baseline="0" dirty="0" smtClean="0">
                <a:solidFill>
                  <a:schemeClr val="tx1"/>
                </a:solidFill>
                <a:latin typeface="Arial" pitchFamily="34" charset="0"/>
                <a:ea typeface="+mn-ea"/>
                <a:cs typeface="+mn-cs"/>
              </a:defRPr>
            </a:lvl1pPr>
            <a:lvl2pPr marL="360362" indent="0" algn="l">
              <a:buNone/>
              <a:defRPr lang="de-DE" sz="1200" kern="1200" baseline="0" dirty="0" smtClean="0">
                <a:solidFill>
                  <a:schemeClr val="tx1"/>
                </a:solidFill>
                <a:latin typeface="Arial" pitchFamily="34" charset="0"/>
                <a:ea typeface="+mn-ea"/>
                <a:cs typeface="+mn-cs"/>
              </a:defRPr>
            </a:lvl2pPr>
            <a:lvl3pPr marL="715962" indent="0" algn="l">
              <a:buNone/>
              <a:defRPr lang="de-DE" sz="1200" kern="1200" baseline="0" dirty="0" smtClean="0">
                <a:solidFill>
                  <a:schemeClr val="tx1"/>
                </a:solidFill>
                <a:latin typeface="Arial" pitchFamily="34" charset="0"/>
                <a:ea typeface="+mn-ea"/>
                <a:cs typeface="+mn-cs"/>
              </a:defRPr>
            </a:lvl3pPr>
            <a:lvl4pPr marL="1076325" indent="0" algn="l">
              <a:buNone/>
              <a:defRPr lang="de-DE" sz="1200" kern="1200" baseline="0" dirty="0" smtClean="0">
                <a:solidFill>
                  <a:schemeClr val="tx1"/>
                </a:solidFill>
                <a:latin typeface="Arial" pitchFamily="34" charset="0"/>
                <a:ea typeface="+mn-ea"/>
                <a:cs typeface="+mn-cs"/>
              </a:defRPr>
            </a:lvl4pPr>
            <a:lvl5pPr marL="1433513" indent="0" algn="l">
              <a:buNone/>
              <a:defRPr lang="de-DE" sz="1200" kern="1200" baseline="0" dirty="0">
                <a:solidFill>
                  <a:schemeClr val="tx1"/>
                </a:solidFill>
                <a:latin typeface="Arial" pitchFamily="34" charset="0"/>
                <a:ea typeface="+mn-ea"/>
                <a:cs typeface="+mn-cs"/>
              </a:defRPr>
            </a:lvl5pPr>
          </a:lstStyle>
          <a:p>
            <a:pPr lvl="0"/>
            <a:r>
              <a:rPr lang="de-DE" noProof="0"/>
              <a:t>MM/YYYY</a:t>
            </a:r>
          </a:p>
        </p:txBody>
      </p:sp>
      <p:sp>
        <p:nvSpPr>
          <p:cNvPr id="6" name="Phone, Mail, Web"/>
          <p:cNvSpPr>
            <a:spLocks noChangeArrowheads="1"/>
          </p:cNvSpPr>
          <p:nvPr userDrawn="1"/>
        </p:nvSpPr>
        <p:spPr bwMode="auto">
          <a:xfrm>
            <a:off x="6096001" y="1090800"/>
            <a:ext cx="4057649" cy="18620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tIns="432000"/>
          <a:lstStyle>
            <a:lvl1pPr>
              <a:tabLst>
                <a:tab pos="896938" algn="l"/>
              </a:tabLst>
              <a:defRPr>
                <a:solidFill>
                  <a:schemeClr val="tx1"/>
                </a:solidFill>
                <a:latin typeface="Arial" panose="020B0604020202020204" pitchFamily="34" charset="0"/>
              </a:defRPr>
            </a:lvl1pPr>
            <a:lvl2pPr marL="742950" indent="-285750">
              <a:tabLst>
                <a:tab pos="896938" algn="l"/>
              </a:tabLst>
              <a:defRPr>
                <a:solidFill>
                  <a:schemeClr val="tx1"/>
                </a:solidFill>
                <a:latin typeface="Arial" panose="020B0604020202020204" pitchFamily="34" charset="0"/>
              </a:defRPr>
            </a:lvl2pPr>
            <a:lvl3pPr marL="1143000" indent="-228600">
              <a:tabLst>
                <a:tab pos="896938" algn="l"/>
              </a:tabLst>
              <a:defRPr>
                <a:solidFill>
                  <a:schemeClr val="tx1"/>
                </a:solidFill>
                <a:latin typeface="Arial" panose="020B0604020202020204" pitchFamily="34" charset="0"/>
              </a:defRPr>
            </a:lvl3pPr>
            <a:lvl4pPr marL="1600200" indent="-228600">
              <a:tabLst>
                <a:tab pos="896938" algn="l"/>
              </a:tabLst>
              <a:defRPr>
                <a:solidFill>
                  <a:schemeClr val="tx1"/>
                </a:solidFill>
                <a:latin typeface="Arial" panose="020B0604020202020204" pitchFamily="34" charset="0"/>
              </a:defRPr>
            </a:lvl4pPr>
            <a:lvl5pPr marL="2057400" indent="-228600">
              <a:tabLst>
                <a:tab pos="896938" algn="l"/>
              </a:tabLst>
              <a:defRPr>
                <a:solidFill>
                  <a:schemeClr val="tx1"/>
                </a:solidFill>
                <a:latin typeface="Arial" panose="020B0604020202020204" pitchFamily="34" charset="0"/>
              </a:defRPr>
            </a:lvl5pPr>
            <a:lvl6pPr marL="2514600" indent="-228600" fontAlgn="base">
              <a:spcBef>
                <a:spcPct val="0"/>
              </a:spcBef>
              <a:spcAft>
                <a:spcPct val="0"/>
              </a:spcAft>
              <a:tabLst>
                <a:tab pos="896938" algn="l"/>
              </a:tabLst>
              <a:defRPr>
                <a:solidFill>
                  <a:schemeClr val="tx1"/>
                </a:solidFill>
                <a:latin typeface="Arial" panose="020B0604020202020204" pitchFamily="34" charset="0"/>
              </a:defRPr>
            </a:lvl6pPr>
            <a:lvl7pPr marL="2971800" indent="-228600" fontAlgn="base">
              <a:spcBef>
                <a:spcPct val="0"/>
              </a:spcBef>
              <a:spcAft>
                <a:spcPct val="0"/>
              </a:spcAft>
              <a:tabLst>
                <a:tab pos="896938" algn="l"/>
              </a:tabLst>
              <a:defRPr>
                <a:solidFill>
                  <a:schemeClr val="tx1"/>
                </a:solidFill>
                <a:latin typeface="Arial" panose="020B0604020202020204" pitchFamily="34" charset="0"/>
              </a:defRPr>
            </a:lvl7pPr>
            <a:lvl8pPr marL="3429000" indent="-228600" fontAlgn="base">
              <a:spcBef>
                <a:spcPct val="0"/>
              </a:spcBef>
              <a:spcAft>
                <a:spcPct val="0"/>
              </a:spcAft>
              <a:tabLst>
                <a:tab pos="896938" algn="l"/>
              </a:tabLst>
              <a:defRPr>
                <a:solidFill>
                  <a:schemeClr val="tx1"/>
                </a:solidFill>
                <a:latin typeface="Arial" panose="020B0604020202020204" pitchFamily="34" charset="0"/>
              </a:defRPr>
            </a:lvl8pPr>
            <a:lvl9pPr marL="3886200" indent="-228600" fontAlgn="base">
              <a:spcBef>
                <a:spcPct val="0"/>
              </a:spcBef>
              <a:spcAft>
                <a:spcPct val="0"/>
              </a:spcAft>
              <a:tabLst>
                <a:tab pos="896938" algn="l"/>
              </a:tabLst>
              <a:defRPr>
                <a:solidFill>
                  <a:schemeClr val="tx1"/>
                </a:solidFill>
                <a:latin typeface="Arial" panose="020B0604020202020204" pitchFamily="34" charset="0"/>
              </a:defRPr>
            </a:lvl9pPr>
          </a:lstStyle>
          <a:p>
            <a:pPr>
              <a:spcBef>
                <a:spcPct val="50000"/>
              </a:spcBef>
              <a:buFont typeface="Wingdings" panose="05000000000000000000" pitchFamily="2" charset="2"/>
              <a:buNone/>
            </a:pPr>
            <a:r>
              <a:rPr lang="de-DE" altLang="de-DE" sz="1600" noProof="0"/>
              <a:t>Telefon:	+49 5246 963-0  </a:t>
            </a:r>
          </a:p>
          <a:p>
            <a:pPr>
              <a:buFont typeface="Wingdings" panose="05000000000000000000" pitchFamily="2" charset="2"/>
              <a:buNone/>
            </a:pPr>
            <a:r>
              <a:rPr lang="de-DE" altLang="de-DE" sz="1600" noProof="0"/>
              <a:t>E-Mail:	info@beckhoff.com</a:t>
            </a:r>
          </a:p>
          <a:p>
            <a:pPr>
              <a:buFont typeface="Wingdings" panose="05000000000000000000" pitchFamily="2" charset="2"/>
              <a:buNone/>
            </a:pPr>
            <a:r>
              <a:rPr lang="de-DE" altLang="de-DE" sz="1600" noProof="0"/>
              <a:t>Web:	www.beckhoff.com</a:t>
            </a:r>
            <a:r>
              <a:rPr lang="de-DE" altLang="de-DE" sz="1600" b="1" noProof="0"/>
              <a:t> </a:t>
            </a:r>
          </a:p>
        </p:txBody>
      </p:sp>
      <p:sp>
        <p:nvSpPr>
          <p:cNvPr id="9" name="Address"/>
          <p:cNvSpPr txBox="1"/>
          <p:nvPr userDrawn="1"/>
        </p:nvSpPr>
        <p:spPr>
          <a:xfrm>
            <a:off x="3" y="1090800"/>
            <a:ext cx="6095997" cy="1862048"/>
          </a:xfrm>
          <a:prstGeom prst="rect">
            <a:avLst/>
          </a:prstGeom>
        </p:spPr>
        <p:txBody>
          <a:bodyPr vert="horz" lIns="450000" tIns="190800" rIns="91440" bIns="45720" rtlCol="0">
            <a:noAutofit/>
          </a:bodyPr>
          <a:lstStyle>
            <a:lvl1pPr marR="0" lvl="0" indent="0" fontAlgn="auto">
              <a:lnSpc>
                <a:spcPct val="100000"/>
              </a:lnSpc>
              <a:spcBef>
                <a:spcPct val="50000"/>
              </a:spcBef>
              <a:spcAft>
                <a:spcPts val="0"/>
              </a:spcAft>
              <a:buClrTx/>
              <a:buSzTx/>
              <a:buFont typeface="Wingdings" pitchFamily="2" charset="2"/>
              <a:buNone/>
              <a:tabLst/>
              <a:defRPr sz="1600" b="1" baseline="0">
                <a:solidFill>
                  <a:srgbClr val="000000"/>
                </a:solidFill>
                <a:latin typeface="Arial"/>
              </a:defRPr>
            </a:lvl1pPr>
            <a:lvl2pPr marL="6286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2pPr>
            <a:lvl3pPr marL="984250" marR="0" indent="-268288"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3pPr>
            <a:lvl4pPr marL="1343025"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4pPr>
            <a:lvl5pPr marL="1700213" marR="0" indent="-266700" fontAlgn="auto">
              <a:lnSpc>
                <a:spcPct val="100000"/>
              </a:lnSpc>
              <a:spcBef>
                <a:spcPts val="600"/>
              </a:spcBef>
              <a:spcAft>
                <a:spcPts val="0"/>
              </a:spcAft>
              <a:buClrTx/>
              <a:buSzTx/>
              <a:buFont typeface="Symbol" pitchFamily="18" charset="2"/>
              <a:buChar char="-"/>
              <a:tabLst/>
              <a:defRPr sz="2200">
                <a:latin typeface="Arial" pitchFamily="34" charset="0"/>
                <a:cs typeface="Arial" pitchFamily="34" charset="0"/>
              </a:defRPr>
            </a:lvl5pPr>
            <a:lvl6pPr marL="2514600" indent="-228600">
              <a:spcBef>
                <a:spcPct val="20000"/>
              </a:spcBef>
              <a:buFont typeface="Arial" pitchFamily="34" charset="0"/>
              <a:buChar char="•"/>
              <a:defRPr sz="2000"/>
            </a:lvl6pPr>
            <a:lvl7pPr marL="2971800" indent="-228600">
              <a:spcBef>
                <a:spcPct val="20000"/>
              </a:spcBef>
              <a:buFont typeface="Arial" pitchFamily="34" charset="0"/>
              <a:buChar char="•"/>
              <a:defRPr sz="2000"/>
            </a:lvl7pPr>
            <a:lvl8pPr marL="3429000" indent="-228600">
              <a:spcBef>
                <a:spcPct val="20000"/>
              </a:spcBef>
              <a:buFont typeface="Arial" pitchFamily="34" charset="0"/>
              <a:buChar char="•"/>
              <a:defRPr sz="2000"/>
            </a:lvl8pPr>
            <a:lvl9pPr marL="3886200" indent="-228600">
              <a:spcBef>
                <a:spcPct val="20000"/>
              </a:spcBef>
              <a:buFont typeface="Arial" pitchFamily="34" charset="0"/>
              <a:buChar char="•"/>
              <a:defRPr sz="2000"/>
            </a:lvl9pPr>
          </a:lstStyle>
          <a:p>
            <a:pPr marL="0" lvl="0" indent="0">
              <a:spcBef>
                <a:spcPts val="0"/>
              </a:spcBef>
              <a:buNone/>
            </a:pPr>
            <a:r>
              <a:rPr lang="de-DE" altLang="de-DE" sz="1600" noProof="0"/>
              <a:t>Beckhoff Automation GmbH &amp; Co. KG </a:t>
            </a:r>
            <a:br>
              <a:rPr lang="de-DE" altLang="de-DE" sz="1600" noProof="0"/>
            </a:br>
            <a:r>
              <a:rPr lang="de-DE" altLang="de-DE" sz="1600" b="0" noProof="0">
                <a:solidFill>
                  <a:srgbClr val="000000"/>
                </a:solidFill>
                <a:latin typeface="Arial"/>
                <a:cs typeface="+mn-cs"/>
              </a:rPr>
              <a:t>Unternehmenszentrale</a:t>
            </a:r>
          </a:p>
          <a:p>
            <a:pPr marL="0" lvl="0" indent="0">
              <a:spcBef>
                <a:spcPts val="0"/>
              </a:spcBef>
              <a:buNone/>
            </a:pPr>
            <a:r>
              <a:rPr lang="de-DE" altLang="de-DE" sz="1600" b="0" noProof="0">
                <a:solidFill>
                  <a:srgbClr val="000000"/>
                </a:solidFill>
                <a:latin typeface="Arial"/>
                <a:cs typeface="+mn-cs"/>
              </a:rPr>
              <a:t>Hülshorstweg 20</a:t>
            </a:r>
          </a:p>
          <a:p>
            <a:pPr marL="0" lvl="0" indent="0">
              <a:spcBef>
                <a:spcPts val="0"/>
              </a:spcBef>
              <a:buNone/>
            </a:pPr>
            <a:r>
              <a:rPr lang="de-DE" altLang="de-DE" sz="1600" b="0" noProof="0">
                <a:solidFill>
                  <a:srgbClr val="000000"/>
                </a:solidFill>
                <a:latin typeface="Arial"/>
                <a:cs typeface="+mn-cs"/>
              </a:rPr>
              <a:t>33415 Verl</a:t>
            </a:r>
          </a:p>
          <a:p>
            <a:pPr marL="0" lvl="0" indent="0">
              <a:spcBef>
                <a:spcPts val="0"/>
              </a:spcBef>
              <a:buNone/>
            </a:pPr>
            <a:r>
              <a:rPr lang="de-DE" altLang="de-DE" sz="1600" b="0" noProof="0">
                <a:solidFill>
                  <a:srgbClr val="000000"/>
                </a:solidFill>
                <a:latin typeface="Arial"/>
                <a:cs typeface="+mn-cs"/>
              </a:rPr>
              <a:t>Deutschland</a:t>
            </a:r>
          </a:p>
          <a:p>
            <a:pPr lvl="0"/>
            <a:endParaRPr lang="de-DE" altLang="de-DE" sz="1600" b="0" noProof="0"/>
          </a:p>
        </p:txBody>
      </p:sp>
      <p:sp>
        <p:nvSpPr>
          <p:cNvPr id="11" name="Title"/>
          <p:cNvSpPr txBox="1"/>
          <p:nvPr userDrawn="1"/>
        </p:nvSpPr>
        <p:spPr bwMode="white">
          <a:xfrm>
            <a:off x="-1" y="111600"/>
            <a:ext cx="10137600" cy="629367"/>
          </a:xfrm>
          <a:prstGeom prst="rect">
            <a:avLst/>
          </a:prstGeom>
        </p:spPr>
        <p:txBody>
          <a:bodyPr vert="horz" wrap="square" lIns="450000" tIns="144000" rIns="90000" bIns="144000" rtlCol="0" anchor="t" anchorCtr="0">
            <a:spAutoFit/>
          </a:bodyPr>
          <a:lstStyle>
            <a:lvl1pPr>
              <a:spcBef>
                <a:spcPct val="0"/>
              </a:spcBef>
              <a:buNone/>
              <a:defRPr sz="2200" b="1" baseline="0">
                <a:solidFill>
                  <a:schemeClr val="bg1"/>
                </a:solidFill>
                <a:latin typeface="Arial" pitchFamily="34" charset="0"/>
                <a:ea typeface="+mj-ea"/>
                <a:cs typeface="Arial" pitchFamily="34" charset="0"/>
              </a:defRPr>
            </a:lvl1pPr>
          </a:lstStyle>
          <a:p>
            <a:pPr lvl="0"/>
            <a:r>
              <a:rPr lang="de-DE" noProof="0">
                <a:solidFill>
                  <a:schemeClr val="tx1"/>
                </a:solidFill>
              </a:rPr>
              <a:t>Kontakt </a:t>
            </a:r>
          </a:p>
        </p:txBody>
      </p:sp>
    </p:spTree>
    <p:extLst>
      <p:ext uri="{BB962C8B-B14F-4D97-AF65-F5344CB8AC3E}">
        <p14:creationId xmlns:p14="http://schemas.microsoft.com/office/powerpoint/2010/main" val="32110963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act – Country-specific">
    <p:spTree>
      <p:nvGrpSpPr>
        <p:cNvPr id="1" name=""/>
        <p:cNvGrpSpPr/>
        <p:nvPr/>
      </p:nvGrpSpPr>
      <p:grpSpPr>
        <a:xfrm>
          <a:off x="0" y="0"/>
          <a:ext cx="0" cy="0"/>
          <a:chOff x="0" y="0"/>
          <a:chExt cx="0" cy="0"/>
        </a:xfrm>
      </p:grpSpPr>
      <p:sp>
        <p:nvSpPr>
          <p:cNvPr id="2" name="Footer Placeholder">
            <a:extLst>
              <a:ext uri="{FF2B5EF4-FFF2-40B4-BE49-F238E27FC236}">
                <a16:creationId xmlns:a16="http://schemas.microsoft.com/office/drawing/2014/main" id="{98C51607-3DB7-4F17-AED3-97CA5828FFAE}"/>
              </a:ext>
            </a:extLst>
          </p:cNvPr>
          <p:cNvSpPr>
            <a:spLocks noGrp="1"/>
          </p:cNvSpPr>
          <p:nvPr>
            <p:ph type="ftr" sz="quarter" idx="12"/>
          </p:nvPr>
        </p:nvSpPr>
        <p:spPr/>
        <p:txBody>
          <a:bodyPr/>
          <a:lstStyle/>
          <a:p>
            <a:r>
              <a:rPr lang="en-US" noProof="0"/>
              <a:t>Footer text</a:t>
            </a:r>
          </a:p>
        </p:txBody>
      </p:sp>
      <p:sp>
        <p:nvSpPr>
          <p:cNvPr id="3" name="Slide Number Placeholder">
            <a:extLst>
              <a:ext uri="{FF2B5EF4-FFF2-40B4-BE49-F238E27FC236}">
                <a16:creationId xmlns:a16="http://schemas.microsoft.com/office/drawing/2014/main" id="{8F510D76-60C9-4D38-88F9-238A82E82488}"/>
              </a:ext>
            </a:extLst>
          </p:cNvPr>
          <p:cNvSpPr>
            <a:spLocks noGrp="1"/>
          </p:cNvSpPr>
          <p:nvPr>
            <p:ph type="sldNum" sz="quarter" idx="13"/>
          </p:nvPr>
        </p:nvSpPr>
        <p:spPr/>
        <p:txBody>
          <a:bodyPr/>
          <a:lstStyle/>
          <a:p>
            <a:fld id="{A930EF64-91C9-4EBD-82F9-3643AB15A28C}" type="slidenum">
              <a:rPr lang="en-US" noProof="0" smtClean="0"/>
              <a:pPr/>
              <a:t>‹#›</a:t>
            </a:fld>
            <a:endParaRPr lang="en-US" noProof="0"/>
          </a:p>
        </p:txBody>
      </p:sp>
      <p:sp>
        <p:nvSpPr>
          <p:cNvPr id="13" name="Legal Notes">
            <a:extLst>
              <a:ext uri="{FF2B5EF4-FFF2-40B4-BE49-F238E27FC236}">
                <a16:creationId xmlns:a16="http://schemas.microsoft.com/office/drawing/2014/main" id="{FB0F8624-008F-47A1-8364-BC96B920ADA6}"/>
              </a:ext>
            </a:extLst>
          </p:cNvPr>
          <p:cNvSpPr txBox="1">
            <a:spLocks noChangeArrowheads="1"/>
          </p:cNvSpPr>
          <p:nvPr userDrawn="1"/>
        </p:nvSpPr>
        <p:spPr bwMode="auto">
          <a:xfrm>
            <a:off x="0" y="4186655"/>
            <a:ext cx="101536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bg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50000" anchor="b">
            <a:spAutoFit/>
          </a:bodyPr>
          <a:lstStyle>
            <a:defPPr>
              <a:defRPr lang="en-US"/>
            </a:defPPr>
            <a:lvl1pPr marL="3175" indent="-3175">
              <a:defRPr sz="1200">
                <a:latin typeface="Arial" panose="020B0604020202020204" pitchFamily="34" charset="0"/>
              </a:defRPr>
            </a:lvl1pPr>
            <a:lvl2pPr marL="742950" indent="-285750">
              <a:defRPr>
                <a:latin typeface="Arial" panose="020B0604020202020204" pitchFamily="34" charset="0"/>
              </a:defRPr>
            </a:lvl2pPr>
            <a:lvl3pPr marL="1143000" indent="-228600">
              <a:defRPr>
                <a:latin typeface="Arial" panose="020B0604020202020204" pitchFamily="34" charset="0"/>
              </a:defRPr>
            </a:lvl3pPr>
            <a:lvl4pPr marL="1600200" indent="-228600">
              <a:defRPr>
                <a:latin typeface="Arial" panose="020B0604020202020204" pitchFamily="34" charset="0"/>
              </a:defRPr>
            </a:lvl4pPr>
            <a:lvl5pPr marL="2057400" indent="-228600">
              <a:defRPr>
                <a:latin typeface="Arial" panose="020B0604020202020204" pitchFamily="34" charset="0"/>
              </a:defRPr>
            </a:lvl5pPr>
            <a:lvl6pPr marL="2514600" indent="-228600" fontAlgn="base">
              <a:spcBef>
                <a:spcPct val="0"/>
              </a:spcBef>
              <a:spcAft>
                <a:spcPct val="0"/>
              </a:spcAft>
              <a:defRPr>
                <a:latin typeface="Arial" panose="020B0604020202020204" pitchFamily="34" charset="0"/>
              </a:defRPr>
            </a:lvl6pPr>
            <a:lvl7pPr marL="2971800" indent="-228600" fontAlgn="base">
              <a:spcBef>
                <a:spcPct val="0"/>
              </a:spcBef>
              <a:spcAft>
                <a:spcPct val="0"/>
              </a:spcAft>
              <a:defRPr>
                <a:latin typeface="Arial" panose="020B0604020202020204" pitchFamily="34" charset="0"/>
              </a:defRPr>
            </a:lvl7pPr>
            <a:lvl8pPr marL="3429000" indent="-228600" fontAlgn="base">
              <a:spcBef>
                <a:spcPct val="0"/>
              </a:spcBef>
              <a:spcAft>
                <a:spcPct val="0"/>
              </a:spcAft>
              <a:defRPr>
                <a:latin typeface="Arial" panose="020B0604020202020204" pitchFamily="34" charset="0"/>
              </a:defRPr>
            </a:lvl8pPr>
            <a:lvl9pPr marL="3886200" indent="-228600" fontAlgn="base">
              <a:spcBef>
                <a:spcPct val="0"/>
              </a:spcBef>
              <a:spcAft>
                <a:spcPct val="0"/>
              </a:spcAft>
              <a:defRPr>
                <a:latin typeface="Arial" panose="020B0604020202020204" pitchFamily="34" charset="0"/>
              </a:defRPr>
            </a:lvl9pPr>
          </a:lstStyle>
          <a:p>
            <a:pPr lvl="0"/>
            <a:r>
              <a:rPr lang="en-US" noProof="0"/>
              <a:t>© Beckhoff Automation </a:t>
            </a:r>
          </a:p>
          <a:p>
            <a:pPr lvl="0"/>
            <a:endParaRPr lang="en-US" altLang="en-US" noProof="0"/>
          </a:p>
          <a:p>
            <a:pPr lvl="0"/>
            <a:r>
              <a:rPr lang="en-US" altLang="en-US" noProof="0"/>
              <a:t>All images are protected by copyright. The use and transfer to third parties is not permitted.</a:t>
            </a:r>
          </a:p>
          <a:p>
            <a:pPr lvl="0"/>
            <a:endParaRPr lang="en-US" altLang="en-US" noProof="0"/>
          </a:p>
          <a:p>
            <a:pPr lvl="0"/>
            <a:r>
              <a:rPr lang="en-US" altLang="en-US" noProof="0"/>
              <a:t>Beckhoff</a:t>
            </a:r>
            <a:r>
              <a:rPr lang="en-US" altLang="en-US" baseline="30000" noProof="0"/>
              <a:t>®</a:t>
            </a:r>
            <a:r>
              <a:rPr lang="en-US" altLang="en-US" noProof="0"/>
              <a:t>, </a:t>
            </a:r>
            <a:r>
              <a:rPr lang="en-US" altLang="en-US" noProof="0" err="1"/>
              <a:t>TwinCAT</a:t>
            </a:r>
            <a:r>
              <a:rPr lang="en-US" altLang="en-US" baseline="30000" noProof="0"/>
              <a:t>®</a:t>
            </a:r>
            <a:r>
              <a:rPr lang="en-US" altLang="en-US" noProof="0"/>
              <a:t>, </a:t>
            </a:r>
            <a:r>
              <a:rPr lang="en-US" altLang="en-US" noProof="0" err="1"/>
              <a:t>TwinCAT</a:t>
            </a:r>
            <a:r>
              <a:rPr lang="en-US" altLang="en-US" noProof="0"/>
              <a:t>/BSD</a:t>
            </a:r>
            <a:r>
              <a:rPr lang="en-US" altLang="en-US" baseline="30000" noProof="0"/>
              <a:t>®</a:t>
            </a:r>
            <a:r>
              <a:rPr lang="en-US" altLang="en-US" noProof="0"/>
              <a:t>, TC/BSD</a:t>
            </a:r>
            <a:r>
              <a:rPr lang="en-US" altLang="en-US" baseline="30000" noProof="0"/>
              <a:t>®</a:t>
            </a:r>
            <a:r>
              <a:rPr lang="en-US" altLang="en-US" noProof="0"/>
              <a:t>, </a:t>
            </a:r>
            <a:r>
              <a:rPr lang="en-US" altLang="en-US" noProof="0" err="1"/>
              <a:t>EtherCAT</a:t>
            </a:r>
            <a:r>
              <a:rPr lang="en-US" altLang="en-US" baseline="30000" noProof="0"/>
              <a:t>®</a:t>
            </a:r>
            <a:r>
              <a:rPr lang="en-US" altLang="en-US" noProof="0"/>
              <a:t>, </a:t>
            </a:r>
            <a:r>
              <a:rPr lang="en-US" altLang="en-US" noProof="0" err="1"/>
              <a:t>EtherCAT</a:t>
            </a:r>
            <a:r>
              <a:rPr lang="en-US" altLang="en-US" noProof="0"/>
              <a:t> G</a:t>
            </a:r>
            <a:r>
              <a:rPr lang="en-US" altLang="en-US" baseline="30000" noProof="0"/>
              <a:t>®</a:t>
            </a:r>
            <a:r>
              <a:rPr lang="en-US" altLang="en-US" noProof="0"/>
              <a:t>, </a:t>
            </a:r>
            <a:r>
              <a:rPr lang="en-US" altLang="en-US" noProof="0" err="1"/>
              <a:t>EtherCAT</a:t>
            </a:r>
            <a:r>
              <a:rPr lang="en-US" altLang="en-US" noProof="0"/>
              <a:t> G10</a:t>
            </a:r>
            <a:r>
              <a:rPr lang="en-US" altLang="en-US" baseline="30000" noProof="0"/>
              <a:t>®</a:t>
            </a:r>
            <a:r>
              <a:rPr lang="en-US" altLang="en-US" noProof="0"/>
              <a:t>, </a:t>
            </a:r>
            <a:r>
              <a:rPr lang="en-US" altLang="en-US" noProof="0" err="1"/>
              <a:t>EtherCAT</a:t>
            </a:r>
            <a:r>
              <a:rPr lang="en-US" altLang="en-US" noProof="0"/>
              <a:t> P</a:t>
            </a:r>
            <a:r>
              <a:rPr lang="en-US" altLang="en-US" baseline="30000" noProof="0"/>
              <a:t>®</a:t>
            </a:r>
            <a:r>
              <a:rPr lang="en-US" altLang="en-US" noProof="0"/>
              <a:t>, Safety over </a:t>
            </a:r>
            <a:r>
              <a:rPr lang="en-US" altLang="en-US" noProof="0" err="1"/>
              <a:t>EtherCAT</a:t>
            </a:r>
            <a:r>
              <a:rPr lang="en-US" altLang="en-US" baseline="30000" noProof="0"/>
              <a:t>®</a:t>
            </a:r>
            <a:r>
              <a:rPr lang="en-US" altLang="en-US" noProof="0"/>
              <a:t>, </a:t>
            </a:r>
            <a:r>
              <a:rPr lang="en-US" altLang="en-US" noProof="0" err="1"/>
              <a:t>TwinSAFE</a:t>
            </a:r>
            <a:r>
              <a:rPr lang="en-US" altLang="en-US" baseline="30000" noProof="0"/>
              <a:t>®</a:t>
            </a:r>
            <a:r>
              <a:rPr lang="en-US" altLang="en-US" noProof="0"/>
              <a:t>, XFC</a:t>
            </a:r>
            <a:r>
              <a:rPr lang="en-US" altLang="en-US" baseline="30000" noProof="0"/>
              <a:t>®</a:t>
            </a:r>
            <a:r>
              <a:rPr lang="en-US" altLang="en-US" noProof="0"/>
              <a:t>, XTS</a:t>
            </a:r>
            <a:r>
              <a:rPr lang="en-US" altLang="en-US" baseline="30000" noProof="0"/>
              <a:t>®</a:t>
            </a:r>
            <a:r>
              <a:rPr lang="en-US" altLang="en-US" noProof="0"/>
              <a:t> and </a:t>
            </a:r>
            <a:r>
              <a:rPr lang="en-US" altLang="en-US" noProof="0" err="1"/>
              <a:t>XPlanar</a:t>
            </a:r>
            <a:r>
              <a:rPr lang="en-US" altLang="en-US" baseline="30000" noProof="0"/>
              <a:t>®</a:t>
            </a:r>
            <a:r>
              <a:rPr lang="en-US" altLang="en-US" noProof="0"/>
              <a:t> are registered trademarks of and licensed by Beckhoff Automation GmbH. Other designations used in this publication may be trademarks whose use by third parties for their own purposes could violate the rights of the owners.</a:t>
            </a:r>
          </a:p>
          <a:p>
            <a:pPr lvl="0"/>
            <a:endParaRPr lang="en-US" altLang="en-US" noProof="0"/>
          </a:p>
          <a:p>
            <a:pPr lvl="0"/>
            <a:r>
              <a:rPr lang="en-US" altLang="en-US" noProof="0"/>
              <a:t>The information provided in this presentation contains merely general descriptions or characteristics of performance which in case of actual application do not always apply as described or which may change as a result of further development of the products. An obligation to provide the respective characteristics shall only exist if expressively agreed in the terms of contract. </a:t>
            </a:r>
          </a:p>
        </p:txBody>
      </p:sp>
      <p:sp>
        <p:nvSpPr>
          <p:cNvPr id="14" name="Date Placeholder">
            <a:extLst>
              <a:ext uri="{FF2B5EF4-FFF2-40B4-BE49-F238E27FC236}">
                <a16:creationId xmlns:a16="http://schemas.microsoft.com/office/drawing/2014/main" id="{D58367F0-49D0-49AE-B9D1-CF63427C3E5A}"/>
              </a:ext>
            </a:extLst>
          </p:cNvPr>
          <p:cNvSpPr>
            <a:spLocks noGrp="1"/>
          </p:cNvSpPr>
          <p:nvPr>
            <p:ph type="body" sz="quarter" idx="11" hasCustomPrompt="1"/>
          </p:nvPr>
        </p:nvSpPr>
        <p:spPr>
          <a:xfrm>
            <a:off x="2040500" y="4206349"/>
            <a:ext cx="2196000" cy="277200"/>
          </a:xfrm>
        </p:spPr>
        <p:txBody>
          <a:bodyPr lIns="0" tIns="46800"/>
          <a:lstStyle>
            <a:lvl1pPr marL="0" indent="0" algn="l">
              <a:buNone/>
              <a:defRPr lang="en-US" sz="1200" kern="1200" baseline="0" dirty="0" smtClean="0">
                <a:solidFill>
                  <a:schemeClr val="tx1"/>
                </a:solidFill>
                <a:latin typeface="Arial" pitchFamily="34" charset="0"/>
                <a:ea typeface="+mn-ea"/>
                <a:cs typeface="+mn-cs"/>
              </a:defRPr>
            </a:lvl1pPr>
            <a:lvl2pPr marL="360362" indent="0" algn="l">
              <a:buNone/>
              <a:defRPr lang="en-US" sz="1200" kern="1200" baseline="0" dirty="0" smtClean="0">
                <a:solidFill>
                  <a:schemeClr val="tx1"/>
                </a:solidFill>
                <a:latin typeface="Arial" pitchFamily="34" charset="0"/>
                <a:ea typeface="+mn-ea"/>
                <a:cs typeface="+mn-cs"/>
              </a:defRPr>
            </a:lvl2pPr>
            <a:lvl3pPr marL="715962" indent="0" algn="l">
              <a:buNone/>
              <a:defRPr lang="en-US" sz="1200" kern="1200" baseline="0" dirty="0" smtClean="0">
                <a:solidFill>
                  <a:schemeClr val="tx1"/>
                </a:solidFill>
                <a:latin typeface="Arial" pitchFamily="34" charset="0"/>
                <a:ea typeface="+mn-ea"/>
                <a:cs typeface="+mn-cs"/>
              </a:defRPr>
            </a:lvl3pPr>
            <a:lvl4pPr marL="1076325" indent="0" algn="l">
              <a:buNone/>
              <a:defRPr lang="en-US" sz="1200" kern="1200" baseline="0" dirty="0" smtClean="0">
                <a:solidFill>
                  <a:schemeClr val="tx1"/>
                </a:solidFill>
                <a:latin typeface="Arial" pitchFamily="34" charset="0"/>
                <a:ea typeface="+mn-ea"/>
                <a:cs typeface="+mn-cs"/>
              </a:defRPr>
            </a:lvl4pPr>
            <a:lvl5pPr marL="1433513" indent="0" algn="l">
              <a:buNone/>
              <a:defRPr lang="en-US" sz="1200" kern="1200" baseline="0" dirty="0">
                <a:solidFill>
                  <a:schemeClr val="tx1"/>
                </a:solidFill>
                <a:latin typeface="Arial" pitchFamily="34" charset="0"/>
                <a:ea typeface="+mn-ea"/>
                <a:cs typeface="+mn-cs"/>
              </a:defRPr>
            </a:lvl5pPr>
          </a:lstStyle>
          <a:p>
            <a:pPr lvl="0"/>
            <a:r>
              <a:rPr lang="en-US" noProof="0"/>
              <a:t>MM/YYYY</a:t>
            </a:r>
          </a:p>
        </p:txBody>
      </p:sp>
      <p:sp>
        <p:nvSpPr>
          <p:cNvPr id="27" name="Phone, Mail, Web Placeholder">
            <a:extLst>
              <a:ext uri="{FF2B5EF4-FFF2-40B4-BE49-F238E27FC236}">
                <a16:creationId xmlns:a16="http://schemas.microsoft.com/office/drawing/2014/main" id="{CD68DB35-B7DC-45D7-8D3B-4237236AEDB1}"/>
              </a:ext>
            </a:extLst>
          </p:cNvPr>
          <p:cNvSpPr>
            <a:spLocks noGrp="1"/>
          </p:cNvSpPr>
          <p:nvPr>
            <p:ph type="body" sz="quarter" idx="16" hasCustomPrompt="1"/>
          </p:nvPr>
        </p:nvSpPr>
        <p:spPr>
          <a:xfrm>
            <a:off x="6096001" y="1090800"/>
            <a:ext cx="4052711" cy="1873250"/>
          </a:xfrm>
        </p:spPr>
        <p:txBody>
          <a:bodyPr lIns="90000" tIns="432000"/>
          <a:lstStyle>
            <a:lvl1pPr marL="0" indent="0">
              <a:spcBef>
                <a:spcPts val="0"/>
              </a:spcBef>
              <a:buNone/>
              <a:tabLst>
                <a:tab pos="896400" algn="l"/>
              </a:tabLst>
              <a:defRPr sz="1600"/>
            </a:lvl1pPr>
            <a:lvl2pPr>
              <a:spcBef>
                <a:spcPts val="0"/>
              </a:spcBef>
              <a:tabLst>
                <a:tab pos="914400" algn="l"/>
              </a:tabLst>
              <a:defRPr sz="1600"/>
            </a:lvl2pPr>
            <a:lvl3pPr>
              <a:spcBef>
                <a:spcPts val="0"/>
              </a:spcBef>
              <a:tabLst>
                <a:tab pos="914400" algn="l"/>
              </a:tabLst>
              <a:defRPr sz="1600"/>
            </a:lvl3pPr>
            <a:lvl4pPr>
              <a:spcBef>
                <a:spcPts val="0"/>
              </a:spcBef>
              <a:tabLst>
                <a:tab pos="914400" algn="l"/>
              </a:tabLst>
              <a:defRPr sz="1600"/>
            </a:lvl4pPr>
            <a:lvl5pPr>
              <a:spcBef>
                <a:spcPts val="0"/>
              </a:spcBef>
              <a:tabLst>
                <a:tab pos="914400" algn="l"/>
              </a:tabLst>
              <a:defRPr sz="1600"/>
            </a:lvl5pPr>
          </a:lstStyle>
          <a:p>
            <a:pPr lvl="0"/>
            <a:r>
              <a:rPr lang="en-US" noProof="0"/>
              <a:t>Phone:    … </a:t>
            </a:r>
            <a:br>
              <a:rPr lang="en-US" noProof="0"/>
            </a:br>
            <a:r>
              <a:rPr lang="en-US" noProof="0"/>
              <a:t>E-mail:    …</a:t>
            </a:r>
            <a:br>
              <a:rPr lang="en-US" noProof="0"/>
            </a:br>
            <a:r>
              <a:rPr lang="en-US" noProof="0"/>
              <a:t>Web:       …</a:t>
            </a:r>
          </a:p>
        </p:txBody>
      </p:sp>
      <p:sp>
        <p:nvSpPr>
          <p:cNvPr id="12" name="Address Placeholder">
            <a:extLst>
              <a:ext uri="{FF2B5EF4-FFF2-40B4-BE49-F238E27FC236}">
                <a16:creationId xmlns:a16="http://schemas.microsoft.com/office/drawing/2014/main" id="{1BE23ED5-17AC-4930-BA35-81B604872F42}"/>
              </a:ext>
            </a:extLst>
          </p:cNvPr>
          <p:cNvSpPr>
            <a:spLocks noGrp="1"/>
          </p:cNvSpPr>
          <p:nvPr>
            <p:ph type="body" sz="quarter" idx="14" hasCustomPrompt="1"/>
          </p:nvPr>
        </p:nvSpPr>
        <p:spPr>
          <a:xfrm>
            <a:off x="3" y="1090800"/>
            <a:ext cx="4871861" cy="1873250"/>
          </a:xfrm>
        </p:spPr>
        <p:txBody>
          <a:bodyPr/>
          <a:lstStyle>
            <a:lvl1pPr marL="0" indent="0">
              <a:spcBef>
                <a:spcPts val="0"/>
              </a:spcBef>
              <a:buNone/>
              <a:defRPr sz="1600" b="0"/>
            </a:lvl1pPr>
            <a:lvl2pPr marL="360362" indent="0">
              <a:buNone/>
              <a:defRPr sz="1600"/>
            </a:lvl2pPr>
            <a:lvl3pPr>
              <a:defRPr sz="1600"/>
            </a:lvl3pPr>
            <a:lvl4pPr>
              <a:defRPr sz="1600"/>
            </a:lvl4pPr>
            <a:lvl5pPr>
              <a:defRPr sz="1600"/>
            </a:lvl5pPr>
          </a:lstStyle>
          <a:p>
            <a:pPr lvl="0"/>
            <a:r>
              <a:rPr lang="en-US" noProof="0"/>
              <a:t>Subsidiary name </a:t>
            </a:r>
            <a:br>
              <a:rPr lang="en-US" noProof="0"/>
            </a:br>
            <a:r>
              <a:rPr lang="en-US" noProof="0"/>
              <a:t>and address details </a:t>
            </a:r>
          </a:p>
        </p:txBody>
      </p:sp>
      <p:sp>
        <p:nvSpPr>
          <p:cNvPr id="5" name="Title">
            <a:extLst>
              <a:ext uri="{FF2B5EF4-FFF2-40B4-BE49-F238E27FC236}">
                <a16:creationId xmlns:a16="http://schemas.microsoft.com/office/drawing/2014/main" id="{19FC4D1F-B4C7-47E6-B598-C1C778E645C7}"/>
              </a:ext>
            </a:extLst>
          </p:cNvPr>
          <p:cNvSpPr>
            <a:spLocks noGrp="1"/>
          </p:cNvSpPr>
          <p:nvPr>
            <p:ph type="title" hasCustomPrompt="1"/>
          </p:nvPr>
        </p:nvSpPr>
        <p:spPr/>
        <p:txBody>
          <a:bodyPr/>
          <a:lstStyle>
            <a:lvl1pPr>
              <a:defRPr/>
            </a:lvl1pPr>
          </a:lstStyle>
          <a:p>
            <a:r>
              <a:rPr lang="en-US"/>
              <a:t>Click to add title</a:t>
            </a:r>
          </a:p>
        </p:txBody>
      </p:sp>
    </p:spTree>
    <p:extLst>
      <p:ext uri="{BB962C8B-B14F-4D97-AF65-F5344CB8AC3E}">
        <p14:creationId xmlns:p14="http://schemas.microsoft.com/office/powerpoint/2010/main" val="474037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29" Type="http://schemas.openxmlformats.org/officeDocument/2006/relationships/theme" Target="../theme/theme2.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slideLayout" Target="../slideLayouts/slideLayout56.xml"/><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slideLayout" Target="../slideLayouts/slideLayout55.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1086504"/>
              <a:ext cx="9143999" cy="577579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2" name="Title"/>
          <p:cNvSpPr>
            <a:spLocks noGrp="1"/>
          </p:cNvSpPr>
          <p:nvPr>
            <p:ph type="title"/>
          </p:nvPr>
        </p:nvSpPr>
        <p:spPr bwMode="white">
          <a:xfrm>
            <a:off x="-1" y="450787"/>
            <a:ext cx="10137600" cy="629367"/>
          </a:xfrm>
          <a:prstGeom prst="rect">
            <a:avLst/>
          </a:prstGeom>
        </p:spPr>
        <p:txBody>
          <a:bodyPr vert="horz" wrap="square" lIns="450000" tIns="144000" rIns="90000" bIns="144000" rtlCol="0" anchor="b"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980308538"/>
      </p:ext>
    </p:extLst>
  </p:cSld>
  <p:clrMap bg1="lt1" tx1="dk1" bg2="lt2" tx2="dk2" accent1="accent1" accent2="accent2" accent3="accent3" accent4="accent4" accent5="accent5" accent6="accent6" hlink="hlink" folHlink="folHlink"/>
  <p:sldLayoutIdLst>
    <p:sldLayoutId id="2147483736" r:id="rId1"/>
    <p:sldLayoutId id="2147483796" r:id="rId2"/>
    <p:sldLayoutId id="2147483795" r:id="rId3"/>
    <p:sldLayoutId id="2147483798" r:id="rId4"/>
    <p:sldLayoutId id="2147483713" r:id="rId5"/>
    <p:sldLayoutId id="2147483714" r:id="rId6"/>
    <p:sldLayoutId id="2147483717" r:id="rId7"/>
    <p:sldLayoutId id="2147483800" r:id="rId8"/>
    <p:sldLayoutId id="2147483715" r:id="rId9"/>
    <p:sldLayoutId id="2147483716" r:id="rId10"/>
    <p:sldLayoutId id="2147483720" r:id="rId11"/>
    <p:sldLayoutId id="2147483813" r:id="rId12"/>
    <p:sldLayoutId id="2147483814" r:id="rId13"/>
    <p:sldLayoutId id="2147483825" r:id="rId14"/>
    <p:sldLayoutId id="2147483816" r:id="rId15"/>
    <p:sldLayoutId id="2147483815" r:id="rId16"/>
    <p:sldLayoutId id="2147483820" r:id="rId17"/>
    <p:sldLayoutId id="2147483821" r:id="rId18"/>
    <p:sldLayoutId id="2147483822" r:id="rId19"/>
    <p:sldLayoutId id="2147483819" r:id="rId20"/>
    <p:sldLayoutId id="2147483817" r:id="rId21"/>
    <p:sldLayoutId id="2147483818" r:id="rId22"/>
    <p:sldLayoutId id="2147483829" r:id="rId23"/>
    <p:sldLayoutId id="2147483824" r:id="rId24"/>
    <p:sldLayoutId id="2147483831" r:id="rId25"/>
    <p:sldLayoutId id="2147483826" r:id="rId26"/>
    <p:sldLayoutId id="2147483827" r:id="rId27"/>
    <p:sldLayoutId id="2147483830" r:id="rId28"/>
  </p:sldLayoutIdLst>
  <p:hf sldNum="0" hdr="0" ftr="0" dt="0"/>
  <p:txStyles>
    <p:titleStyle>
      <a:lvl1pPr algn="l" defTabSz="914400" rtl="0" eaLnBrk="1" latinLnBrk="0" hangingPunct="1">
        <a:spcBef>
          <a:spcPct val="0"/>
        </a:spcBef>
        <a:buNone/>
        <a:defRPr sz="2200" b="1" kern="1200" baseline="0">
          <a:solidFill>
            <a:schemeClr val="bg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pos="686" userDrawn="1">
          <p15:clr>
            <a:srgbClr val="F26B43"/>
          </p15:clr>
        </p15:guide>
        <p15:guide id="7" orient="horz" pos="1593" userDrawn="1">
          <p15:clr>
            <a:srgbClr val="F26B43"/>
          </p15:clr>
        </p15:guide>
        <p15:guide id="8" orient="horz" pos="2500" userDrawn="1">
          <p15:clr>
            <a:srgbClr val="F26B43"/>
          </p15:clr>
        </p15:guide>
        <p15:guide id="9" orient="horz" pos="340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effectLst/>
      </p:bgPr>
    </p:bg>
    <p:spTree>
      <p:nvGrpSpPr>
        <p:cNvPr id="1" name=""/>
        <p:cNvGrpSpPr/>
        <p:nvPr/>
      </p:nvGrpSpPr>
      <p:grpSpPr>
        <a:xfrm>
          <a:off x="0" y="0"/>
          <a:ext cx="0" cy="0"/>
          <a:chOff x="0" y="0"/>
          <a:chExt cx="0" cy="0"/>
        </a:xfrm>
      </p:grpSpPr>
      <p:grpSp>
        <p:nvGrpSpPr>
          <p:cNvPr id="4" name="Background"/>
          <p:cNvGrpSpPr/>
          <p:nvPr userDrawn="1"/>
        </p:nvGrpSpPr>
        <p:grpSpPr bwMode="ltGray">
          <a:xfrm>
            <a:off x="0" y="0"/>
            <a:ext cx="12192000" cy="6862298"/>
            <a:chOff x="0" y="0"/>
            <a:chExt cx="9144000" cy="6862298"/>
          </a:xfrm>
        </p:grpSpPr>
        <p:sp>
          <p:nvSpPr>
            <p:cNvPr id="16" name="Stage Red"/>
            <p:cNvSpPr/>
            <p:nvPr userDrawn="1"/>
          </p:nvSpPr>
          <p:spPr bwMode="ltGray">
            <a:xfrm>
              <a:off x="0" y="0"/>
              <a:ext cx="9144000" cy="6858000"/>
            </a:xfrm>
            <a:prstGeom prst="rect">
              <a:avLst/>
            </a:prstGeom>
            <a:gradFill flip="none" rotWithShape="1">
              <a:gsLst>
                <a:gs pos="0">
                  <a:srgbClr val="EF0000">
                    <a:lumMod val="100000"/>
                  </a:srgbClr>
                </a:gs>
                <a:gs pos="69000">
                  <a:srgbClr val="AC0000"/>
                </a:gs>
                <a:gs pos="16000">
                  <a:srgbClr val="EF0000"/>
                </a:gs>
                <a:gs pos="100000">
                  <a:srgbClr val="920000"/>
                </a:gs>
              </a:gsLst>
              <a:path path="circle">
                <a:fillToRect l="50000" t="50000" r="50000" b="50000"/>
              </a:path>
              <a:tileRect/>
            </a:gradFill>
            <a:ln w="6350" cap="flat" cmpd="sng" algn="ctr">
              <a:noFill/>
              <a:prstDash val="solid"/>
            </a:ln>
            <a:effectLst/>
          </p:spPr>
          <p:txBody>
            <a:bodyPr lIns="234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200" b="0"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3" name="White"/>
            <p:cNvSpPr/>
            <p:nvPr userDrawn="1"/>
          </p:nvSpPr>
          <p:spPr bwMode="ltGray">
            <a:xfrm>
              <a:off x="1" y="0"/>
              <a:ext cx="9143999" cy="6862298"/>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34000" rtlCol="0" anchor="ctr"/>
            <a:lstStyle/>
            <a:p>
              <a:pPr algn="ctr"/>
              <a:endParaRPr lang="en-US" sz="2200" noProof="0">
                <a:solidFill>
                  <a:schemeClr val="bg1"/>
                </a:solidFill>
                <a:latin typeface="Arial" pitchFamily="34" charset="0"/>
                <a:cs typeface="Arial" pitchFamily="34" charset="0"/>
              </a:endParaRPr>
            </a:p>
          </p:txBody>
        </p:sp>
      </p:grpSp>
      <p:sp>
        <p:nvSpPr>
          <p:cNvPr id="19" name="Footer Placeholder"/>
          <p:cNvSpPr>
            <a:spLocks noGrp="1"/>
          </p:cNvSpPr>
          <p:nvPr>
            <p:ph type="ftr" sz="quarter" idx="3"/>
          </p:nvPr>
        </p:nvSpPr>
        <p:spPr bwMode="gray">
          <a:xfrm>
            <a:off x="450000" y="6416676"/>
            <a:ext cx="5646000" cy="441325"/>
          </a:xfrm>
          <a:prstGeom prst="rect">
            <a:avLst/>
          </a:prstGeom>
        </p:spPr>
        <p:txBody>
          <a:bodyPr vert="horz" lIns="0" tIns="36000" rIns="91440" bIns="36000" rtlCol="0" anchor="ctr"/>
          <a:lstStyle>
            <a:lvl1pPr algn="l">
              <a:defRPr sz="1100">
                <a:solidFill>
                  <a:schemeClr val="accent1"/>
                </a:solidFill>
                <a:latin typeface="Arial" pitchFamily="34" charset="0"/>
                <a:cs typeface="Arial" pitchFamily="34" charset="0"/>
              </a:defRPr>
            </a:lvl1pPr>
          </a:lstStyle>
          <a:p>
            <a:r>
              <a:rPr lang="en-US" noProof="0"/>
              <a:t>Footer text</a:t>
            </a:r>
          </a:p>
        </p:txBody>
      </p:sp>
      <p:sp>
        <p:nvSpPr>
          <p:cNvPr id="20" name="Slide Number Placeholder"/>
          <p:cNvSpPr>
            <a:spLocks noGrp="1"/>
          </p:cNvSpPr>
          <p:nvPr>
            <p:ph type="sldNum" sz="quarter" idx="4"/>
          </p:nvPr>
        </p:nvSpPr>
        <p:spPr bwMode="gray">
          <a:xfrm>
            <a:off x="0" y="6416676"/>
            <a:ext cx="450000" cy="441325"/>
          </a:xfrm>
          <a:prstGeom prst="rect">
            <a:avLst/>
          </a:prstGeom>
        </p:spPr>
        <p:txBody>
          <a:bodyPr vert="horz" lIns="0" tIns="45720" rIns="90000" bIns="45720" rtlCol="0" anchor="ctr"/>
          <a:lstStyle>
            <a:lvl1pPr algn="r">
              <a:defRPr sz="1100">
                <a:solidFill>
                  <a:schemeClr val="accent1"/>
                </a:solidFill>
                <a:latin typeface="Arial" pitchFamily="34" charset="0"/>
                <a:cs typeface="Arial" pitchFamily="34" charset="0"/>
              </a:defRPr>
            </a:lvl1pPr>
          </a:lstStyle>
          <a:p>
            <a:fld id="{A930EF64-91C9-4EBD-82F9-3643AB15A28C}" type="slidenum">
              <a:rPr lang="en-US" noProof="0" smtClean="0"/>
              <a:pPr/>
              <a:t>‹#›</a:t>
            </a:fld>
            <a:endParaRPr lang="en-US" noProof="0"/>
          </a:p>
        </p:txBody>
      </p:sp>
      <p:sp>
        <p:nvSpPr>
          <p:cNvPr id="18" name="Text Placeholder"/>
          <p:cNvSpPr>
            <a:spLocks noGrp="1"/>
          </p:cNvSpPr>
          <p:nvPr>
            <p:ph type="body" idx="1"/>
          </p:nvPr>
        </p:nvSpPr>
        <p:spPr bwMode="gray">
          <a:xfrm>
            <a:off x="2" y="1090801"/>
            <a:ext cx="12191999" cy="5330171"/>
          </a:xfrm>
          <a:prstGeom prst="rect">
            <a:avLst/>
          </a:prstGeom>
        </p:spPr>
        <p:txBody>
          <a:bodyPr vert="horz" lIns="450000" tIns="190800" rIns="91440" bIns="45720" rtlCol="0">
            <a:noAutofit/>
          </a:bodyPr>
          <a:lstStyle/>
          <a:p>
            <a:pPr lvl="0"/>
            <a:r>
              <a:rPr lang="en-US" noProof="0"/>
              <a:t>Click to add text</a:t>
            </a:r>
          </a:p>
          <a:p>
            <a:pPr lvl="1"/>
            <a:r>
              <a:rPr lang="en-US" noProof="0"/>
              <a:t>Second level</a:t>
            </a:r>
          </a:p>
          <a:p>
            <a:pPr lvl="2"/>
            <a:r>
              <a:rPr lang="en-US" noProof="0"/>
              <a:t>Third level</a:t>
            </a:r>
          </a:p>
          <a:p>
            <a:pPr lvl="3"/>
            <a:r>
              <a:rPr lang="en-US" noProof="0"/>
              <a:t>Fourth level</a:t>
            </a:r>
          </a:p>
          <a:p>
            <a:pPr lvl="4"/>
            <a:r>
              <a:rPr lang="en-US" noProof="0"/>
              <a:t>Fifth level</a:t>
            </a:r>
          </a:p>
          <a:p>
            <a:pPr lvl="5"/>
            <a:r>
              <a:rPr lang="en-US" noProof="0"/>
              <a:t>Sixth level</a:t>
            </a:r>
          </a:p>
          <a:p>
            <a:pPr lvl="6"/>
            <a:r>
              <a:rPr lang="en-US" noProof="0"/>
              <a:t>Seventh level</a:t>
            </a:r>
          </a:p>
          <a:p>
            <a:pPr lvl="7"/>
            <a:r>
              <a:rPr lang="en-US" noProof="0"/>
              <a:t>Eighth level</a:t>
            </a:r>
          </a:p>
          <a:p>
            <a:pPr lvl="8"/>
            <a:r>
              <a:rPr lang="en-US" noProof="0"/>
              <a:t>Ninth level</a:t>
            </a:r>
          </a:p>
        </p:txBody>
      </p:sp>
      <p:sp>
        <p:nvSpPr>
          <p:cNvPr id="2" name="Title"/>
          <p:cNvSpPr>
            <a:spLocks noGrp="1"/>
          </p:cNvSpPr>
          <p:nvPr>
            <p:ph type="title"/>
          </p:nvPr>
        </p:nvSpPr>
        <p:spPr bwMode="white">
          <a:xfrm>
            <a:off x="-1" y="111600"/>
            <a:ext cx="10137600" cy="629367"/>
          </a:xfrm>
          <a:prstGeom prst="rect">
            <a:avLst/>
          </a:prstGeom>
        </p:spPr>
        <p:txBody>
          <a:bodyPr vert="horz" wrap="square" lIns="450000" tIns="144000" rIns="90000" bIns="144000" rtlCol="0" anchor="t" anchorCtr="0">
            <a:spAutoFit/>
          </a:bodyPr>
          <a:lstStyle/>
          <a:p>
            <a:r>
              <a:rPr lang="en-US" noProof="0"/>
              <a:t>Click to add title</a:t>
            </a:r>
          </a:p>
        </p:txBody>
      </p:sp>
      <p:pic>
        <p:nvPicPr>
          <p:cNvPr id="10" name="Logo"/>
          <p:cNvPicPr>
            <a:picLocks noChangeAspect="1"/>
          </p:cNvPicPr>
          <p:nvPr userDrawn="1"/>
        </p:nvPicPr>
        <p:blipFill>
          <a:blip r:embed="rId30">
            <a:extLst>
              <a:ext uri="{28A0092B-C50C-407E-A947-70E740481C1C}">
                <a14:useLocalDpi xmlns:a14="http://schemas.microsoft.com/office/drawing/2010/main" val="0"/>
              </a:ext>
            </a:extLst>
          </a:blip>
          <a:stretch>
            <a:fillRect/>
          </a:stretch>
        </p:blipFill>
        <p:spPr>
          <a:xfrm>
            <a:off x="10531993" y="602129"/>
            <a:ext cx="1256088" cy="342306"/>
          </a:xfrm>
          <a:prstGeom prst="rect">
            <a:avLst/>
          </a:prstGeom>
        </p:spPr>
      </p:pic>
    </p:spTree>
    <p:extLst>
      <p:ext uri="{BB962C8B-B14F-4D97-AF65-F5344CB8AC3E}">
        <p14:creationId xmlns:p14="http://schemas.microsoft.com/office/powerpoint/2010/main" val="3409542065"/>
      </p:ext>
    </p:extLst>
  </p:cSld>
  <p:clrMap bg1="lt1" tx1="dk1" bg2="lt2" tx2="dk2" accent1="accent1" accent2="accent2" accent3="accent3" accent4="accent4" accent5="accent5" accent6="accent6" hlink="hlink" folHlink="folHlink"/>
  <p:sldLayoutIdLst>
    <p:sldLayoutId id="2147483846" r:id="rId1"/>
    <p:sldLayoutId id="2147483847" r:id="rId2"/>
    <p:sldLayoutId id="2147483848" r:id="rId3"/>
    <p:sldLayoutId id="2147483850" r:id="rId4"/>
    <p:sldLayoutId id="2147483851" r:id="rId5"/>
    <p:sldLayoutId id="2147483852" r:id="rId6"/>
    <p:sldLayoutId id="2147483853" r:id="rId7"/>
    <p:sldLayoutId id="2147483854" r:id="rId8"/>
    <p:sldLayoutId id="2147483855" r:id="rId9"/>
    <p:sldLayoutId id="2147483856" r:id="rId10"/>
    <p:sldLayoutId id="2147483857" r:id="rId11"/>
    <p:sldLayoutId id="2147483858" r:id="rId12"/>
    <p:sldLayoutId id="2147483859" r:id="rId13"/>
    <p:sldLayoutId id="2147483860" r:id="rId14"/>
    <p:sldLayoutId id="2147483861" r:id="rId15"/>
    <p:sldLayoutId id="2147483862" r:id="rId16"/>
    <p:sldLayoutId id="2147483863" r:id="rId17"/>
    <p:sldLayoutId id="2147483864" r:id="rId18"/>
    <p:sldLayoutId id="2147483865" r:id="rId19"/>
    <p:sldLayoutId id="2147483866" r:id="rId20"/>
    <p:sldLayoutId id="2147483867" r:id="rId21"/>
    <p:sldLayoutId id="2147483868" r:id="rId22"/>
    <p:sldLayoutId id="2147483869" r:id="rId23"/>
    <p:sldLayoutId id="2147483870" r:id="rId24"/>
    <p:sldLayoutId id="2147483871" r:id="rId25"/>
    <p:sldLayoutId id="2147483873" r:id="rId26"/>
    <p:sldLayoutId id="2147483874" r:id="rId27"/>
    <p:sldLayoutId id="2147483875" r:id="rId28"/>
  </p:sldLayoutIdLst>
  <p:hf sldNum="0" hdr="0" ftr="0" dt="0"/>
  <p:txStyles>
    <p:titleStyle>
      <a:lvl1pPr algn="l" defTabSz="914400" rtl="0" eaLnBrk="1" latinLnBrk="0" hangingPunct="1">
        <a:spcBef>
          <a:spcPct val="0"/>
        </a:spcBef>
        <a:buNone/>
        <a:defRPr sz="2200" b="1" kern="1200" baseline="0">
          <a:solidFill>
            <a:schemeClr val="tx1"/>
          </a:solidFill>
          <a:latin typeface="Arial" pitchFamily="34" charset="0"/>
          <a:ea typeface="+mj-ea"/>
          <a:cs typeface="Arial" pitchFamily="34" charset="0"/>
        </a:defRPr>
      </a:lvl1pPr>
    </p:titleStyle>
    <p:bodyStyle>
      <a:lvl1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2200" kern="1200" baseline="0">
          <a:solidFill>
            <a:schemeClr val="tx1"/>
          </a:solidFill>
          <a:latin typeface="+mj-lt"/>
          <a:ea typeface="+mn-ea"/>
          <a:cs typeface="Arial" pitchFamily="34" charset="0"/>
        </a:defRPr>
      </a:lvl1pPr>
      <a:lvl2pPr marL="6286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2pPr>
      <a:lvl3pPr marL="984250" marR="0" indent="-268288"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3pPr>
      <a:lvl4pPr marL="1343025"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4pPr>
      <a:lvl5pPr marL="1700213" marR="0" indent="-266700" algn="l" defTabSz="914400" rtl="0" eaLnBrk="1" fontAlgn="auto" latinLnBrk="0" hangingPunct="1">
        <a:lnSpc>
          <a:spcPct val="100000"/>
        </a:lnSpc>
        <a:spcBef>
          <a:spcPts val="600"/>
        </a:spcBef>
        <a:spcAft>
          <a:spcPts val="0"/>
        </a:spcAft>
        <a:buClrTx/>
        <a:buSzTx/>
        <a:buFont typeface="Symbol" pitchFamily="18" charset="2"/>
        <a:buChar char="-"/>
        <a:tabLst/>
        <a:defRPr sz="2200" kern="1200">
          <a:solidFill>
            <a:schemeClr val="tx1"/>
          </a:solidFill>
          <a:latin typeface="+mj-lt"/>
          <a:ea typeface="+mn-ea"/>
          <a:cs typeface="Arial" pitchFamily="34" charset="0"/>
        </a:defRPr>
      </a:lvl5pPr>
      <a:lvl6pPr marL="20574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6pPr>
      <a:lvl7pPr marL="24257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7pPr>
      <a:lvl8pPr marL="27813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8pPr>
      <a:lvl9pPr marL="3136900" indent="-266700" algn="l" defTabSz="914400" rtl="0" eaLnBrk="1" latinLnBrk="0" hangingPunct="1">
        <a:spcBef>
          <a:spcPct val="20000"/>
        </a:spcBef>
        <a:buFont typeface="Symbol" panose="05050102010706020507" pitchFamily="18" charset="2"/>
        <a:buChar char="-"/>
        <a:defRPr sz="2200" kern="1200">
          <a:solidFill>
            <a:schemeClr val="tx1"/>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pos="5124" userDrawn="1">
          <p15:clr>
            <a:srgbClr val="F26B43"/>
          </p15:clr>
        </p15:guide>
        <p15:guide id="3" pos="6396" userDrawn="1">
          <p15:clr>
            <a:srgbClr val="F26B43"/>
          </p15:clr>
        </p15:guide>
        <p15:guide id="4" pos="2556" userDrawn="1">
          <p15:clr>
            <a:srgbClr val="F26B43"/>
          </p15:clr>
        </p15:guide>
        <p15:guide id="5" pos="1284" userDrawn="1">
          <p15:clr>
            <a:srgbClr val="F26B43"/>
          </p15:clr>
        </p15:guide>
        <p15:guide id="6" orient="horz" userDrawn="1">
          <p15:clr>
            <a:srgbClr val="F26B43"/>
          </p15:clr>
        </p15:guide>
        <p15:guide id="7" orient="horz" pos="1080" userDrawn="1">
          <p15:clr>
            <a:srgbClr val="F26B43"/>
          </p15:clr>
        </p15:guide>
        <p15:guide id="8" orient="horz" pos="2160" userDrawn="1">
          <p15:clr>
            <a:srgbClr val="F26B43"/>
          </p15:clr>
        </p15:guide>
        <p15:guide id="9" orient="horz" pos="32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B51DE-59F0-03E4-6B30-7252DF828052}"/>
            </a:ext>
          </a:extLst>
        </p:cNvPr>
        <p:cNvGrpSpPr/>
        <p:nvPr/>
      </p:nvGrpSpPr>
      <p:grpSpPr>
        <a:xfrm>
          <a:off x="0" y="0"/>
          <a:ext cx="0" cy="0"/>
          <a:chOff x="0" y="0"/>
          <a:chExt cx="0" cy="0"/>
        </a:xfrm>
      </p:grpSpPr>
      <p:sp>
        <p:nvSpPr>
          <p:cNvPr id="6" name="文字版面配置區 5">
            <a:extLst>
              <a:ext uri="{FF2B5EF4-FFF2-40B4-BE49-F238E27FC236}">
                <a16:creationId xmlns:a16="http://schemas.microsoft.com/office/drawing/2014/main" id="{389F51BA-ADA5-02BE-7A11-45297B7236E0}"/>
              </a:ext>
            </a:extLst>
          </p:cNvPr>
          <p:cNvSpPr>
            <a:spLocks noGrp="1"/>
          </p:cNvSpPr>
          <p:nvPr>
            <p:ph type="body" sz="quarter" idx="10"/>
          </p:nvPr>
        </p:nvSpPr>
        <p:spPr>
          <a:xfrm>
            <a:off x="-1" y="1089025"/>
            <a:ext cx="6882581" cy="5772150"/>
          </a:xfrm>
        </p:spPr>
        <p:txBody>
          <a:bodyPr/>
          <a:lstStyle/>
          <a:p>
            <a:r>
              <a:rPr lang="zh-TW" altLang="en-US" dirty="0">
                <a:solidFill>
                  <a:srgbClr val="404040"/>
                </a:solidFill>
                <a:latin typeface="Microsoft JhengHei UI" panose="020B0604030504040204" pitchFamily="34" charset="-120"/>
              </a:rPr>
              <a:t>設定與操作流程手冊</a:t>
            </a:r>
          </a:p>
          <a:p>
            <a:r>
              <a:rPr lang="zh-TW" altLang="en-US" dirty="0">
                <a:solidFill>
                  <a:srgbClr val="404040"/>
                </a:solidFill>
                <a:latin typeface="Microsoft JhengHei UI" panose="020B0604030504040204" pitchFamily="34" charset="-120"/>
              </a:rPr>
              <a:t>適用：</a:t>
            </a:r>
            <a:r>
              <a:rPr lang="en-US" altLang="zh-TW" dirty="0">
                <a:solidFill>
                  <a:srgbClr val="404040"/>
                </a:solidFill>
                <a:latin typeface="Microsoft JhengHei UI" panose="020B0604030504040204" pitchFamily="34" charset="-120"/>
              </a:rPr>
              <a:t>Golden / UNCHECK </a:t>
            </a:r>
            <a:r>
              <a:rPr lang="zh-TW" altLang="en-US" dirty="0">
                <a:solidFill>
                  <a:srgbClr val="404040"/>
                </a:solidFill>
                <a:latin typeface="Microsoft JhengHei UI" panose="020B0604030504040204" pitchFamily="34" charset="-120"/>
              </a:rPr>
              <a:t>檔案一致性校驗</a:t>
            </a:r>
          </a:p>
          <a:p>
            <a:endParaRPr lang="zh-TW" altLang="en-US" dirty="0"/>
          </a:p>
        </p:txBody>
      </p:sp>
      <p:sp>
        <p:nvSpPr>
          <p:cNvPr id="3" name="Titel 1">
            <a:extLst>
              <a:ext uri="{FF2B5EF4-FFF2-40B4-BE49-F238E27FC236}">
                <a16:creationId xmlns:a16="http://schemas.microsoft.com/office/drawing/2014/main" id="{CF51628A-8AE5-1BDF-C7DB-48BD1040D5F1}"/>
              </a:ext>
            </a:extLst>
          </p:cNvPr>
          <p:cNvSpPr>
            <a:spLocks noGrp="1"/>
          </p:cNvSpPr>
          <p:nvPr>
            <p:ph type="title"/>
          </p:nvPr>
        </p:nvSpPr>
        <p:spPr/>
        <p:txBody>
          <a:bodyPr/>
          <a:lstStyle/>
          <a:p>
            <a:r>
              <a:rPr lang="en-US" altLang="zh-TW" dirty="0" err="1"/>
              <a:t>HashCode</a:t>
            </a:r>
            <a:r>
              <a:rPr lang="en-US" altLang="zh-TW" dirty="0"/>
              <a:t> .</a:t>
            </a:r>
            <a:r>
              <a:rPr lang="en-US" altLang="zh-TW" dirty="0" err="1"/>
              <a:t>tpzip</a:t>
            </a:r>
            <a:r>
              <a:rPr lang="en-US" altLang="zh-TW" dirty="0"/>
              <a:t> MD5 </a:t>
            </a:r>
            <a:r>
              <a:rPr lang="zh-TW" altLang="en-US" dirty="0"/>
              <a:t>校驗工具</a:t>
            </a:r>
            <a:endParaRPr lang="en-US" dirty="0"/>
          </a:p>
        </p:txBody>
      </p:sp>
      <p:sp>
        <p:nvSpPr>
          <p:cNvPr id="5" name="文字方塊 4">
            <a:extLst>
              <a:ext uri="{FF2B5EF4-FFF2-40B4-BE49-F238E27FC236}">
                <a16:creationId xmlns:a16="http://schemas.microsoft.com/office/drawing/2014/main" id="{DFFAAFAC-43C2-40CC-309A-E68DA961B23C}"/>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11749053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EBD66-4C67-6674-40B5-B39B82CFFE02}"/>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CA1A846A-1FC9-376A-A479-FC5B23DDC7B8}"/>
              </a:ext>
            </a:extLst>
          </p:cNvPr>
          <p:cNvSpPr>
            <a:spLocks noGrp="1"/>
          </p:cNvSpPr>
          <p:nvPr>
            <p:ph type="title"/>
          </p:nvPr>
        </p:nvSpPr>
        <p:spPr/>
        <p:txBody>
          <a:bodyPr/>
          <a:lstStyle/>
          <a:p>
            <a:r>
              <a:rPr lang="zh-TW" altLang="en-US" dirty="0"/>
              <a:t>前言</a:t>
            </a:r>
            <a:endParaRPr lang="de-DE" dirty="0"/>
          </a:p>
        </p:txBody>
      </p:sp>
      <p:sp>
        <p:nvSpPr>
          <p:cNvPr id="3" name="文字方塊 2">
            <a:extLst>
              <a:ext uri="{FF2B5EF4-FFF2-40B4-BE49-F238E27FC236}">
                <a16:creationId xmlns:a16="http://schemas.microsoft.com/office/drawing/2014/main" id="{A20E5414-D76B-67D0-48FB-05E9A2DED6DB}"/>
              </a:ext>
            </a:extLst>
          </p:cNvPr>
          <p:cNvSpPr txBox="1"/>
          <p:nvPr/>
        </p:nvSpPr>
        <p:spPr>
          <a:xfrm>
            <a:off x="1041400" y="2667000"/>
            <a:ext cx="13462000" cy="1282402"/>
          </a:xfrm>
          <a:prstGeom prst="rect">
            <a:avLst/>
          </a:prstGeom>
          <a:noFill/>
        </p:spPr>
        <p:txBody>
          <a:bodyPr vert="horz" wrap="square" lIns="101600" tIns="76200" rIns="101600" bIns="76200" rtlCol="0">
            <a:spAutoFit/>
          </a:bodyPr>
          <a:lstStyle/>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本工具用來比對 </a:t>
            </a:r>
            <a:r>
              <a:rPr lang="en-US" altLang="zh-TW" sz="2000" dirty="0">
                <a:solidFill>
                  <a:srgbClr val="202020"/>
                </a:solidFill>
                <a:latin typeface="Microsoft JhengHei UI" panose="020B0604030504040204" pitchFamily="34" charset="-120"/>
              </a:rPr>
              <a:t>.</a:t>
            </a:r>
            <a:r>
              <a:rPr lang="en-US" altLang="zh-TW" sz="2000" dirty="0" err="1">
                <a:solidFill>
                  <a:srgbClr val="202020"/>
                </a:solidFill>
                <a:latin typeface="Microsoft JhengHei UI" panose="020B0604030504040204" pitchFamily="34" charset="-120"/>
              </a:rPr>
              <a:t>tpzip</a:t>
            </a: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內部檔案的 </a:t>
            </a:r>
            <a:r>
              <a:rPr lang="en-US" altLang="zh-TW" sz="2000" dirty="0">
                <a:solidFill>
                  <a:srgbClr val="202020"/>
                </a:solidFill>
                <a:latin typeface="Microsoft JhengHei UI" panose="020B0604030504040204" pitchFamily="34" charset="-120"/>
              </a:rPr>
              <a:t>MD5</a:t>
            </a:r>
            <a:r>
              <a:rPr lang="zh-TW" altLang="en-US" sz="2000" dirty="0">
                <a:solidFill>
                  <a:srgbClr val="202020"/>
                </a:solidFill>
                <a:latin typeface="Microsoft JhengHei UI" panose="020B0604030504040204" pitchFamily="34" charset="-120"/>
              </a:rPr>
              <a:t>，而不是直接比對最外層 </a:t>
            </a:r>
            <a:r>
              <a:rPr lang="en-US" altLang="zh-TW" sz="2000" dirty="0">
                <a:solidFill>
                  <a:srgbClr val="202020"/>
                </a:solidFill>
                <a:latin typeface="Microsoft JhengHei UI" panose="020B0604030504040204" pitchFamily="34" charset="-120"/>
              </a:rPr>
              <a:t>.</a:t>
            </a:r>
            <a:r>
              <a:rPr lang="en-US" altLang="zh-TW" sz="2000" dirty="0" err="1">
                <a:solidFill>
                  <a:srgbClr val="202020"/>
                </a:solidFill>
                <a:latin typeface="Microsoft JhengHei UI" panose="020B0604030504040204" pitchFamily="34" charset="-120"/>
              </a:rPr>
              <a:t>tpzip</a:t>
            </a: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檔案。</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原因：最外層 </a:t>
            </a:r>
            <a:r>
              <a:rPr lang="en-US" altLang="zh-TW" sz="2000" dirty="0">
                <a:solidFill>
                  <a:srgbClr val="202020"/>
                </a:solidFill>
                <a:latin typeface="Microsoft JhengHei UI" panose="020B0604030504040204" pitchFamily="34" charset="-120"/>
              </a:rPr>
              <a:t>.</a:t>
            </a:r>
            <a:r>
              <a:rPr lang="en-US" altLang="zh-TW" sz="2000" dirty="0" err="1">
                <a:solidFill>
                  <a:srgbClr val="202020"/>
                </a:solidFill>
                <a:latin typeface="Microsoft JhengHei UI" panose="020B0604030504040204" pitchFamily="34" charset="-120"/>
              </a:rPr>
              <a:t>tpzip</a:t>
            </a: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可能帶有時間戳，同一份內容在不同時間打包會造成外層 </a:t>
            </a:r>
            <a:r>
              <a:rPr lang="en-US" altLang="zh-TW" sz="2000" dirty="0">
                <a:solidFill>
                  <a:srgbClr val="202020"/>
                </a:solidFill>
                <a:latin typeface="Microsoft JhengHei UI" panose="020B0604030504040204" pitchFamily="34" charset="-120"/>
              </a:rPr>
              <a:t>Hash </a:t>
            </a:r>
            <a:r>
              <a:rPr lang="zh-TW" altLang="en-US" sz="2000" dirty="0">
                <a:solidFill>
                  <a:srgbClr val="202020"/>
                </a:solidFill>
                <a:latin typeface="Microsoft JhengHei UI" panose="020B0604030504040204" pitchFamily="34" charset="-120"/>
              </a:rPr>
              <a:t>不一致。</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使用者可設定 </a:t>
            </a:r>
            <a:r>
              <a:rPr lang="en-US" altLang="zh-TW" sz="2000" dirty="0">
                <a:solidFill>
                  <a:srgbClr val="202020"/>
                </a:solidFill>
                <a:latin typeface="Microsoft JhengHei UI" panose="020B0604030504040204" pitchFamily="34" charset="-120"/>
              </a:rPr>
              <a:t>Golden </a:t>
            </a:r>
            <a:r>
              <a:rPr lang="zh-TW" altLang="en-US" sz="2000" dirty="0">
                <a:solidFill>
                  <a:srgbClr val="202020"/>
                </a:solidFill>
                <a:latin typeface="Microsoft JhengHei UI" panose="020B0604030504040204" pitchFamily="34" charset="-120"/>
              </a:rPr>
              <a:t>檔案、待檢查檔案、忽略項目與 </a:t>
            </a:r>
            <a:r>
              <a:rPr lang="en-US" altLang="zh-TW" sz="2000" dirty="0">
                <a:solidFill>
                  <a:srgbClr val="202020"/>
                </a:solidFill>
                <a:latin typeface="Microsoft JhengHei UI" panose="020B0604030504040204" pitchFamily="34" charset="-120"/>
              </a:rPr>
              <a:t>Log </a:t>
            </a:r>
            <a:r>
              <a:rPr lang="zh-TW" altLang="en-US" sz="2000" dirty="0">
                <a:solidFill>
                  <a:srgbClr val="202020"/>
                </a:solidFill>
                <a:latin typeface="Microsoft JhengHei UI" panose="020B0604030504040204" pitchFamily="34" charset="-120"/>
              </a:rPr>
              <a:t>輸出位置。</a:t>
            </a:r>
          </a:p>
        </p:txBody>
      </p:sp>
      <p:sp>
        <p:nvSpPr>
          <p:cNvPr id="4" name="文字方塊 3">
            <a:extLst>
              <a:ext uri="{FF2B5EF4-FFF2-40B4-BE49-F238E27FC236}">
                <a16:creationId xmlns:a16="http://schemas.microsoft.com/office/drawing/2014/main" id="{28D59C81-D86C-74E3-0224-1B88A9F9A4F2}"/>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2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1114781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576A-A8CD-2EF8-0248-0D88FC351DEF}"/>
            </a:ext>
          </a:extLst>
        </p:cNvPr>
        <p:cNvGrpSpPr/>
        <p:nvPr/>
      </p:nvGrpSpPr>
      <p:grpSpPr>
        <a:xfrm>
          <a:off x="0" y="0"/>
          <a:ext cx="0" cy="0"/>
          <a:chOff x="0" y="0"/>
          <a:chExt cx="0" cy="0"/>
        </a:xfrm>
      </p:grpSpPr>
      <p:sp>
        <p:nvSpPr>
          <p:cNvPr id="4" name="Titel 3">
            <a:extLst>
              <a:ext uri="{FF2B5EF4-FFF2-40B4-BE49-F238E27FC236}">
                <a16:creationId xmlns:a16="http://schemas.microsoft.com/office/drawing/2014/main" id="{04AD13DA-3FC5-F832-129A-904C4A9580B4}"/>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0A55CDC1-E5B6-F883-5970-0EC0ED35E564}"/>
              </a:ext>
            </a:extLst>
          </p:cNvPr>
          <p:cNvSpPr txBox="1"/>
          <p:nvPr/>
        </p:nvSpPr>
        <p:spPr>
          <a:xfrm>
            <a:off x="914400" y="1587500"/>
            <a:ext cx="13335000" cy="615553"/>
          </a:xfrm>
          <a:prstGeom prst="rect">
            <a:avLst/>
          </a:prstGeom>
          <a:noFill/>
        </p:spPr>
        <p:txBody>
          <a:bodyPr vert="horz" wrap="square" lIns="101600" tIns="76200" rIns="101600" bIns="76200" rtlCol="0">
            <a:spAutoFit/>
          </a:bodyPr>
          <a:lstStyle/>
          <a:p>
            <a:r>
              <a:rPr lang="zh-TW" altLang="en-US" sz="3000" b="1">
                <a:solidFill>
                  <a:srgbClr val="202020"/>
                </a:solidFill>
                <a:latin typeface="Microsoft JhengHei UI" panose="020B0604030504040204" pitchFamily="34" charset="-120"/>
              </a:rPr>
              <a:t>目錄</a:t>
            </a:r>
          </a:p>
        </p:txBody>
      </p:sp>
      <p:sp>
        <p:nvSpPr>
          <p:cNvPr id="3" name="文字方塊 2">
            <a:extLst>
              <a:ext uri="{FF2B5EF4-FFF2-40B4-BE49-F238E27FC236}">
                <a16:creationId xmlns:a16="http://schemas.microsoft.com/office/drawing/2014/main" id="{03E74BC1-C36D-57A3-6EC6-60F9A22FC097}"/>
              </a:ext>
            </a:extLst>
          </p:cNvPr>
          <p:cNvSpPr txBox="1"/>
          <p:nvPr/>
        </p:nvSpPr>
        <p:spPr>
          <a:xfrm>
            <a:off x="1041400" y="2667000"/>
            <a:ext cx="13462000" cy="2103140"/>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1. </a:t>
            </a:r>
            <a:r>
              <a:rPr lang="zh-TW" altLang="en-US" sz="2000">
                <a:solidFill>
                  <a:srgbClr val="202020"/>
                </a:solidFill>
                <a:latin typeface="Microsoft JhengHei UI" panose="020B0604030504040204" pitchFamily="34" charset="-120"/>
              </a:rPr>
              <a:t>基本路徑與檔名設定</a:t>
            </a:r>
          </a:p>
          <a:p>
            <a:pPr>
              <a:spcAft>
                <a:spcPts val="800"/>
              </a:spcAft>
            </a:pPr>
            <a:r>
              <a:rPr lang="en-US" altLang="zh-TW" sz="2000">
                <a:solidFill>
                  <a:srgbClr val="202020"/>
                </a:solidFill>
                <a:latin typeface="Microsoft JhengHei UI" panose="020B0604030504040204" pitchFamily="34" charset="-120"/>
              </a:rPr>
              <a:t>2. </a:t>
            </a:r>
            <a:r>
              <a:rPr lang="zh-TW" altLang="en-US" sz="2000">
                <a:solidFill>
                  <a:srgbClr val="202020"/>
                </a:solidFill>
                <a:latin typeface="Microsoft JhengHei UI" panose="020B0604030504040204" pitchFamily="34" charset="-120"/>
              </a:rPr>
              <a:t>預讀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內容與忽略項目</a:t>
            </a:r>
          </a:p>
          <a:p>
            <a:pPr>
              <a:spcAft>
                <a:spcPts val="800"/>
              </a:spcAft>
            </a:pPr>
            <a:r>
              <a:rPr lang="en-US" altLang="zh-TW" sz="2000">
                <a:solidFill>
                  <a:srgbClr val="202020"/>
                </a:solidFill>
                <a:latin typeface="Microsoft JhengHei UI" panose="020B0604030504040204" pitchFamily="34" charset="-120"/>
              </a:rPr>
              <a:t>3. </a:t>
            </a:r>
            <a:r>
              <a:rPr lang="zh-TW" altLang="en-US" sz="2000">
                <a:solidFill>
                  <a:srgbClr val="202020"/>
                </a:solidFill>
                <a:latin typeface="Microsoft JhengHei UI" panose="020B0604030504040204" pitchFamily="34" charset="-120"/>
              </a:rPr>
              <a:t>執行檢查與結果判讀</a:t>
            </a:r>
          </a:p>
          <a:p>
            <a:pPr>
              <a:spcAft>
                <a:spcPts val="800"/>
              </a:spcAft>
            </a:pPr>
            <a:r>
              <a:rPr lang="en-US" altLang="zh-TW" sz="2000">
                <a:solidFill>
                  <a:srgbClr val="202020"/>
                </a:solidFill>
                <a:latin typeface="Microsoft JhengHei UI" panose="020B0604030504040204" pitchFamily="34" charset="-120"/>
              </a:rPr>
              <a:t>4. Log </a:t>
            </a:r>
            <a:r>
              <a:rPr lang="zh-TW" altLang="en-US" sz="2000">
                <a:solidFill>
                  <a:srgbClr val="202020"/>
                </a:solidFill>
                <a:latin typeface="Microsoft JhengHei UI" panose="020B0604030504040204" pitchFamily="34" charset="-120"/>
              </a:rPr>
              <a:t>檔輸出</a:t>
            </a:r>
          </a:p>
          <a:p>
            <a:pPr>
              <a:spcAft>
                <a:spcPts val="800"/>
              </a:spcAft>
            </a:pPr>
            <a:r>
              <a:rPr lang="en-US" altLang="zh-TW" sz="2000">
                <a:solidFill>
                  <a:srgbClr val="202020"/>
                </a:solidFill>
                <a:latin typeface="Microsoft JhengHei UI" panose="020B0604030504040204" pitchFamily="34" charset="-120"/>
              </a:rPr>
              <a:t>5. </a:t>
            </a:r>
            <a:r>
              <a:rPr lang="zh-TW" altLang="en-US" sz="2000">
                <a:solidFill>
                  <a:srgbClr val="202020"/>
                </a:solidFill>
                <a:latin typeface="Microsoft JhengHei UI" panose="020B0604030504040204" pitchFamily="34" charset="-120"/>
              </a:rPr>
              <a:t>設定保存與常見狀況</a:t>
            </a:r>
          </a:p>
        </p:txBody>
      </p:sp>
      <p:sp>
        <p:nvSpPr>
          <p:cNvPr id="6" name="文字方塊 5">
            <a:extLst>
              <a:ext uri="{FF2B5EF4-FFF2-40B4-BE49-F238E27FC236}">
                <a16:creationId xmlns:a16="http://schemas.microsoft.com/office/drawing/2014/main" id="{65C082D3-AC71-0B81-941C-740C0795F8D6}"/>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3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894363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77B943-1F4F-6358-996E-12FB6DCF993C}"/>
            </a:ext>
          </a:extLst>
        </p:cNvPr>
        <p:cNvGrpSpPr/>
        <p:nvPr/>
      </p:nvGrpSpPr>
      <p:grpSpPr>
        <a:xfrm>
          <a:off x="0" y="0"/>
          <a:ext cx="0" cy="0"/>
          <a:chOff x="0" y="0"/>
          <a:chExt cx="0" cy="0"/>
        </a:xfrm>
      </p:grpSpPr>
      <p:sp>
        <p:nvSpPr>
          <p:cNvPr id="8" name="Subtitle 7">
            <a:extLst>
              <a:ext uri="{FF2B5EF4-FFF2-40B4-BE49-F238E27FC236}">
                <a16:creationId xmlns:a16="http://schemas.microsoft.com/office/drawing/2014/main" id="{FCE882B8-A8F3-22EC-81E9-53A1FE2D354C}"/>
              </a:ext>
            </a:extLst>
          </p:cNvPr>
          <p:cNvSpPr>
            <a:spLocks noGrp="1"/>
          </p:cNvSpPr>
          <p:nvPr>
            <p:ph type="subTitle" idx="1"/>
          </p:nvPr>
        </p:nvSpPr>
        <p:spPr/>
        <p:txBody>
          <a:bodyPr/>
          <a:lstStyle/>
          <a:p>
            <a:endParaRPr lang="en-US"/>
          </a:p>
        </p:txBody>
      </p:sp>
      <p:sp>
        <p:nvSpPr>
          <p:cNvPr id="7" name="Title 6">
            <a:extLst>
              <a:ext uri="{FF2B5EF4-FFF2-40B4-BE49-F238E27FC236}">
                <a16:creationId xmlns:a16="http://schemas.microsoft.com/office/drawing/2014/main" id="{50D73901-25FA-FAB2-6B80-3C9D3AB7956E}"/>
              </a:ext>
            </a:extLst>
          </p:cNvPr>
          <p:cNvSpPr>
            <a:spLocks noGrp="1"/>
          </p:cNvSpPr>
          <p:nvPr>
            <p:ph type="title"/>
          </p:nvPr>
        </p:nvSpPr>
        <p:spPr>
          <a:xfrm>
            <a:off x="0" y="1893755"/>
            <a:ext cx="6096000" cy="629367"/>
          </a:xfrm>
        </p:spPr>
        <p:txBody>
          <a:bodyPr/>
          <a:lstStyle/>
          <a:p>
            <a:endParaRPr lang="en-US" dirty="0"/>
          </a:p>
        </p:txBody>
      </p:sp>
      <p:sp>
        <p:nvSpPr>
          <p:cNvPr id="2" name="文字方塊 1">
            <a:extLst>
              <a:ext uri="{FF2B5EF4-FFF2-40B4-BE49-F238E27FC236}">
                <a16:creationId xmlns:a16="http://schemas.microsoft.com/office/drawing/2014/main" id="{1CC64624-D0BE-9F55-F876-CF898513A9CE}"/>
              </a:ext>
            </a:extLst>
          </p:cNvPr>
          <p:cNvSpPr txBox="1"/>
          <p:nvPr/>
        </p:nvSpPr>
        <p:spPr>
          <a:xfrm>
            <a:off x="990600" y="3619500"/>
            <a:ext cx="13462000" cy="677108"/>
          </a:xfrm>
          <a:prstGeom prst="rect">
            <a:avLst/>
          </a:prstGeom>
          <a:noFill/>
        </p:spPr>
        <p:txBody>
          <a:bodyPr vert="horz" wrap="square" lIns="101600" tIns="76200" rIns="101600" bIns="76200" rtlCol="0">
            <a:spAutoFit/>
          </a:bodyPr>
          <a:lstStyle/>
          <a:p>
            <a:r>
              <a:rPr lang="zh-TW" altLang="en-US" sz="3400" b="1" dirty="0">
                <a:solidFill>
                  <a:srgbClr val="202020"/>
                </a:solidFill>
                <a:latin typeface="Microsoft JhengHei UI" panose="020B0604030504040204" pitchFamily="34" charset="-120"/>
              </a:rPr>
              <a:t>參數設定</a:t>
            </a:r>
          </a:p>
        </p:txBody>
      </p:sp>
      <p:sp>
        <p:nvSpPr>
          <p:cNvPr id="3" name="文字方塊 2">
            <a:extLst>
              <a:ext uri="{FF2B5EF4-FFF2-40B4-BE49-F238E27FC236}">
                <a16:creationId xmlns:a16="http://schemas.microsoft.com/office/drawing/2014/main" id="{BD00B112-FE7D-80E4-6421-AB7086F26033}"/>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4 / 14</a:t>
            </a:r>
            <a:endParaRPr lang="zh-TW" altLang="en-US" sz="1000">
              <a:solidFill>
                <a:srgbClr val="666666"/>
              </a:solidFill>
              <a:latin typeface="Microsoft JhengHei UI" panose="020B0604030504040204" pitchFamily="34" charset="-120"/>
            </a:endParaRPr>
          </a:p>
        </p:txBody>
      </p:sp>
      <p:pic>
        <p:nvPicPr>
          <p:cNvPr id="10" name="圖片 9">
            <a:extLst>
              <a:ext uri="{FF2B5EF4-FFF2-40B4-BE49-F238E27FC236}">
                <a16:creationId xmlns:a16="http://schemas.microsoft.com/office/drawing/2014/main" id="{D0074924-660A-7EC1-516C-E2624981EB99}"/>
              </a:ext>
            </a:extLst>
          </p:cNvPr>
          <p:cNvPicPr>
            <a:picLocks noChangeAspect="1"/>
          </p:cNvPicPr>
          <p:nvPr/>
        </p:nvPicPr>
        <p:blipFill>
          <a:blip r:embed="rId2"/>
          <a:stretch>
            <a:fillRect/>
          </a:stretch>
        </p:blipFill>
        <p:spPr>
          <a:xfrm>
            <a:off x="7721600" y="0"/>
            <a:ext cx="2782736" cy="6858000"/>
          </a:xfrm>
          <a:prstGeom prst="rect">
            <a:avLst/>
          </a:prstGeom>
        </p:spPr>
      </p:pic>
    </p:spTree>
    <p:extLst>
      <p:ext uri="{BB962C8B-B14F-4D97-AF65-F5344CB8AC3E}">
        <p14:creationId xmlns:p14="http://schemas.microsoft.com/office/powerpoint/2010/main" val="1346973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03D66-D746-FB1E-4002-9CB3729EA8DA}"/>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A502074C-EBD4-B488-AD2B-45C70E08BCD8}"/>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616C6013-E2CB-8853-5E4D-AA4683A01F9D}"/>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en-US" altLang="zh-TW" sz="2800" b="1">
                <a:solidFill>
                  <a:srgbClr val="202020"/>
                </a:solidFill>
                <a:latin typeface="Microsoft JhengHei UI" panose="020B0604030504040204" pitchFamily="34" charset="-120"/>
              </a:rPr>
              <a:t>Golden </a:t>
            </a:r>
            <a:r>
              <a:rPr lang="zh-TW" altLang="en-US" sz="2800" b="1">
                <a:solidFill>
                  <a:srgbClr val="202020"/>
                </a:solidFill>
                <a:latin typeface="Microsoft JhengHei UI" panose="020B0604030504040204" pitchFamily="34" charset="-120"/>
              </a:rPr>
              <a:t>檔案設定</a:t>
            </a:r>
          </a:p>
        </p:txBody>
      </p:sp>
      <p:sp>
        <p:nvSpPr>
          <p:cNvPr id="3" name="文字方塊 2">
            <a:extLst>
              <a:ext uri="{FF2B5EF4-FFF2-40B4-BE49-F238E27FC236}">
                <a16:creationId xmlns:a16="http://schemas.microsoft.com/office/drawing/2014/main" id="{B0F52544-D443-9F52-BB57-086062A5E66E}"/>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dirty="0">
                <a:solidFill>
                  <a:srgbClr val="202020"/>
                </a:solidFill>
                <a:latin typeface="Microsoft JhengHei UI" panose="020B0604030504040204" pitchFamily="34" charset="-120"/>
              </a:rPr>
              <a:t>• Golden </a:t>
            </a:r>
            <a:r>
              <a:rPr lang="zh-TW" altLang="en-US" sz="2000" dirty="0">
                <a:solidFill>
                  <a:srgbClr val="202020"/>
                </a:solidFill>
                <a:latin typeface="Microsoft JhengHei UI" panose="020B0604030504040204" pitchFamily="34" charset="-120"/>
              </a:rPr>
              <a:t>路徑：預設為 </a:t>
            </a:r>
            <a:r>
              <a:rPr lang="en-US" altLang="zh-TW" sz="2000" dirty="0">
                <a:solidFill>
                  <a:srgbClr val="202020"/>
                </a:solidFill>
                <a:latin typeface="Microsoft JhengHei UI" panose="020B0604030504040204" pitchFamily="34" charset="-120"/>
              </a:rPr>
              <a:t>C:\HashCode\Golden</a:t>
            </a:r>
            <a:r>
              <a:rPr lang="zh-TW" altLang="en-US" sz="2000" dirty="0">
                <a:solidFill>
                  <a:srgbClr val="202020"/>
                </a:solidFill>
                <a:latin typeface="Microsoft JhengHei UI" panose="020B0604030504040204" pitchFamily="34" charset="-120"/>
              </a:rPr>
              <a:t>。</a:t>
            </a:r>
          </a:p>
          <a:p>
            <a:pPr>
              <a:spcAft>
                <a:spcPts val="800"/>
              </a:spcAft>
            </a:pPr>
            <a:r>
              <a:rPr lang="en-US" altLang="zh-TW" sz="2000" dirty="0">
                <a:solidFill>
                  <a:srgbClr val="202020"/>
                </a:solidFill>
                <a:latin typeface="Microsoft JhengHei UI" panose="020B0604030504040204" pitchFamily="34" charset="-120"/>
              </a:rPr>
              <a:t>• Golden </a:t>
            </a:r>
            <a:r>
              <a:rPr lang="zh-TW" altLang="en-US" sz="2000" dirty="0">
                <a:solidFill>
                  <a:srgbClr val="202020"/>
                </a:solidFill>
                <a:latin typeface="Microsoft JhengHei UI" panose="020B0604030504040204" pitchFamily="34" charset="-120"/>
              </a:rPr>
              <a:t>檔名：請選擇或輸入含副檔名的 </a:t>
            </a:r>
            <a:r>
              <a:rPr lang="en-US" altLang="zh-TW" sz="2000" dirty="0">
                <a:solidFill>
                  <a:srgbClr val="202020"/>
                </a:solidFill>
                <a:latin typeface="Microsoft JhengHei UI" panose="020B0604030504040204" pitchFamily="34" charset="-120"/>
              </a:rPr>
              <a:t>.</a:t>
            </a:r>
            <a:r>
              <a:rPr lang="en-US" altLang="zh-TW" sz="2000" dirty="0" err="1">
                <a:solidFill>
                  <a:srgbClr val="202020"/>
                </a:solidFill>
                <a:latin typeface="Microsoft JhengHei UI" panose="020B0604030504040204" pitchFamily="34" charset="-120"/>
              </a:rPr>
              <a:t>tpzip</a:t>
            </a: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檔案名稱。</a:t>
            </a:r>
          </a:p>
          <a:p>
            <a:pPr>
              <a:spcAft>
                <a:spcPts val="800"/>
              </a:spcAft>
            </a:pPr>
            <a:r>
              <a:rPr lang="en-US" altLang="zh-TW" sz="2000" dirty="0">
                <a:solidFill>
                  <a:srgbClr val="202020"/>
                </a:solidFill>
                <a:latin typeface="Microsoft JhengHei UI" panose="020B0604030504040204" pitchFamily="34" charset="-120"/>
              </a:rPr>
              <a:t>• Golden </a:t>
            </a:r>
            <a:r>
              <a:rPr lang="zh-TW" altLang="en-US" sz="2000" dirty="0">
                <a:solidFill>
                  <a:srgbClr val="202020"/>
                </a:solidFill>
                <a:latin typeface="Microsoft JhengHei UI" panose="020B0604030504040204" pitchFamily="34" charset="-120"/>
              </a:rPr>
              <a:t>代表標準檔案，後續所有檢查會以 </a:t>
            </a:r>
            <a:r>
              <a:rPr lang="en-US" altLang="zh-TW" sz="2000" dirty="0">
                <a:solidFill>
                  <a:srgbClr val="202020"/>
                </a:solidFill>
                <a:latin typeface="Microsoft JhengHei UI" panose="020B0604030504040204" pitchFamily="34" charset="-120"/>
              </a:rPr>
              <a:t>Golden </a:t>
            </a:r>
            <a:r>
              <a:rPr lang="zh-TW" altLang="en-US" sz="2000" dirty="0">
                <a:solidFill>
                  <a:srgbClr val="202020"/>
                </a:solidFill>
                <a:latin typeface="Microsoft JhengHei UI" panose="020B0604030504040204" pitchFamily="34" charset="-120"/>
              </a:rPr>
              <a:t>內部檔案作為主要比對基準。</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按下「預讀 </a:t>
            </a:r>
            <a:r>
              <a:rPr lang="en-US" altLang="zh-TW" sz="2000" dirty="0">
                <a:solidFill>
                  <a:srgbClr val="202020"/>
                </a:solidFill>
                <a:latin typeface="Microsoft JhengHei UI" panose="020B0604030504040204" pitchFamily="34" charset="-120"/>
              </a:rPr>
              <a:t>Golden </a:t>
            </a:r>
            <a:r>
              <a:rPr lang="zh-TW" altLang="en-US" sz="2000" dirty="0">
                <a:solidFill>
                  <a:srgbClr val="202020"/>
                </a:solidFill>
                <a:latin typeface="Microsoft JhengHei UI" panose="020B0604030504040204" pitchFamily="34" charset="-120"/>
              </a:rPr>
              <a:t>內容」可載入內部檔案清單。</a:t>
            </a:r>
          </a:p>
        </p:txBody>
      </p:sp>
      <p:sp>
        <p:nvSpPr>
          <p:cNvPr id="4" name="文字方塊 3">
            <a:extLst>
              <a:ext uri="{FF2B5EF4-FFF2-40B4-BE49-F238E27FC236}">
                <a16:creationId xmlns:a16="http://schemas.microsoft.com/office/drawing/2014/main" id="{41673DCB-A38E-B17A-B5CD-A5CDC8B34723}"/>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5 / 14</a:t>
            </a:r>
            <a:endParaRPr lang="zh-TW" altLang="en-US" sz="1000">
              <a:solidFill>
                <a:srgbClr val="666666"/>
              </a:solidFill>
              <a:latin typeface="Microsoft JhengHei UI" panose="020B0604030504040204" pitchFamily="34" charset="-120"/>
            </a:endParaRPr>
          </a:p>
        </p:txBody>
      </p:sp>
      <p:pic>
        <p:nvPicPr>
          <p:cNvPr id="6" name="圖片 5">
            <a:extLst>
              <a:ext uri="{FF2B5EF4-FFF2-40B4-BE49-F238E27FC236}">
                <a16:creationId xmlns:a16="http://schemas.microsoft.com/office/drawing/2014/main" id="{A1DF81C9-F574-46F4-0434-695F5ADF0FC8}"/>
              </a:ext>
            </a:extLst>
          </p:cNvPr>
          <p:cNvPicPr>
            <a:picLocks noChangeAspect="1"/>
          </p:cNvPicPr>
          <p:nvPr/>
        </p:nvPicPr>
        <p:blipFill>
          <a:blip r:embed="rId2"/>
          <a:stretch>
            <a:fillRect/>
          </a:stretch>
        </p:blipFill>
        <p:spPr>
          <a:xfrm>
            <a:off x="9023086" y="1879887"/>
            <a:ext cx="2644369" cy="1386960"/>
          </a:xfrm>
          <a:prstGeom prst="rect">
            <a:avLst/>
          </a:prstGeom>
        </p:spPr>
      </p:pic>
      <p:pic>
        <p:nvPicPr>
          <p:cNvPr id="8" name="圖片 7">
            <a:extLst>
              <a:ext uri="{FF2B5EF4-FFF2-40B4-BE49-F238E27FC236}">
                <a16:creationId xmlns:a16="http://schemas.microsoft.com/office/drawing/2014/main" id="{BBAE87A4-3461-2E53-4CF7-2F24D011DD6F}"/>
              </a:ext>
            </a:extLst>
          </p:cNvPr>
          <p:cNvPicPr>
            <a:picLocks noChangeAspect="1"/>
          </p:cNvPicPr>
          <p:nvPr/>
        </p:nvPicPr>
        <p:blipFill>
          <a:blip r:embed="rId3"/>
          <a:stretch>
            <a:fillRect/>
          </a:stretch>
        </p:blipFill>
        <p:spPr>
          <a:xfrm>
            <a:off x="9023086" y="4372497"/>
            <a:ext cx="2598645" cy="2034716"/>
          </a:xfrm>
          <a:prstGeom prst="rect">
            <a:avLst/>
          </a:prstGeom>
        </p:spPr>
      </p:pic>
    </p:spTree>
    <p:extLst>
      <p:ext uri="{BB962C8B-B14F-4D97-AF65-F5344CB8AC3E}">
        <p14:creationId xmlns:p14="http://schemas.microsoft.com/office/powerpoint/2010/main" val="714290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001C4-67F4-53DA-4AE9-7D4796DEC837}"/>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25DE433B-4742-F8FB-130B-940E58715A0A}"/>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3DEFAB9A-63A0-AC99-BBC7-A7526A6382DE}"/>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待檢查檔案設定</a:t>
            </a:r>
          </a:p>
        </p:txBody>
      </p:sp>
      <p:sp>
        <p:nvSpPr>
          <p:cNvPr id="3" name="文字方塊 2">
            <a:extLst>
              <a:ext uri="{FF2B5EF4-FFF2-40B4-BE49-F238E27FC236}">
                <a16:creationId xmlns:a16="http://schemas.microsoft.com/office/drawing/2014/main" id="{AC029DC8-2AC9-A9C5-6CB5-7C1B039678F0}"/>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待檢查路徑選項提供：自訂、</a:t>
            </a:r>
            <a:r>
              <a:rPr lang="en-US" altLang="zh-TW" sz="2000">
                <a:solidFill>
                  <a:srgbClr val="202020"/>
                </a:solidFill>
                <a:latin typeface="Microsoft JhengHei UI" panose="020B0604030504040204" pitchFamily="34" charset="-120"/>
              </a:rPr>
              <a:t>4026</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4024</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4026 </a:t>
            </a:r>
            <a:r>
              <a:rPr lang="zh-TW" altLang="en-US" sz="2000">
                <a:solidFill>
                  <a:srgbClr val="202020"/>
                </a:solidFill>
                <a:latin typeface="Microsoft JhengHei UI" panose="020B0604030504040204" pitchFamily="34" charset="-120"/>
              </a:rPr>
              <a:t>路徑：</a:t>
            </a:r>
            <a:r>
              <a:rPr lang="en-US" altLang="zh-TW" sz="2000">
                <a:solidFill>
                  <a:srgbClr val="202020"/>
                </a:solidFill>
                <a:latin typeface="Microsoft JhengHei UI" panose="020B0604030504040204" pitchFamily="34" charset="-120"/>
              </a:rPr>
              <a:t>C:\ProgramData\Beckhoff\TwinCAT\3.1\Boot\CurrentConfig</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4024 </a:t>
            </a:r>
            <a:r>
              <a:rPr lang="zh-TW" altLang="en-US" sz="2000">
                <a:solidFill>
                  <a:srgbClr val="202020"/>
                </a:solidFill>
                <a:latin typeface="Microsoft JhengHei UI" panose="020B0604030504040204" pitchFamily="34" charset="-120"/>
              </a:rPr>
              <a:t>路徑：</a:t>
            </a:r>
            <a:r>
              <a:rPr lang="en-US" altLang="zh-TW" sz="2000">
                <a:solidFill>
                  <a:srgbClr val="202020"/>
                </a:solidFill>
                <a:latin typeface="Microsoft JhengHei UI" panose="020B0604030504040204" pitchFamily="34" charset="-120"/>
              </a:rPr>
              <a:t>C:\TwinCAT\3.1\Boot\CurrentConfig</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自訂路徑會記住上次輸入的路徑，切換到 </a:t>
            </a:r>
            <a:r>
              <a:rPr lang="en-US" altLang="zh-TW" sz="2000">
                <a:solidFill>
                  <a:srgbClr val="202020"/>
                </a:solidFill>
                <a:latin typeface="Microsoft JhengHei UI" panose="020B0604030504040204" pitchFamily="34" charset="-120"/>
              </a:rPr>
              <a:t>4024/4026 </a:t>
            </a:r>
            <a:r>
              <a:rPr lang="zh-TW" altLang="en-US" sz="2000">
                <a:solidFill>
                  <a:srgbClr val="202020"/>
                </a:solidFill>
                <a:latin typeface="Microsoft JhengHei UI" panose="020B0604030504040204" pitchFamily="34" charset="-120"/>
              </a:rPr>
              <a:t>後再切回仍會恢復。</a:t>
            </a:r>
          </a:p>
        </p:txBody>
      </p:sp>
      <p:sp>
        <p:nvSpPr>
          <p:cNvPr id="4" name="文字方塊 3">
            <a:extLst>
              <a:ext uri="{FF2B5EF4-FFF2-40B4-BE49-F238E27FC236}">
                <a16:creationId xmlns:a16="http://schemas.microsoft.com/office/drawing/2014/main" id="{BD4A3EEE-23A6-80BF-722A-672B0E50C3DE}"/>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6 / 14</a:t>
            </a:r>
            <a:endParaRPr lang="zh-TW" altLang="en-US" sz="1000">
              <a:solidFill>
                <a:srgbClr val="666666"/>
              </a:solidFill>
              <a:latin typeface="Microsoft JhengHei UI" panose="020B0604030504040204" pitchFamily="34" charset="-120"/>
            </a:endParaRPr>
          </a:p>
        </p:txBody>
      </p:sp>
      <p:pic>
        <p:nvPicPr>
          <p:cNvPr id="8" name="圖片 7">
            <a:extLst>
              <a:ext uri="{FF2B5EF4-FFF2-40B4-BE49-F238E27FC236}">
                <a16:creationId xmlns:a16="http://schemas.microsoft.com/office/drawing/2014/main" id="{14F72087-30A8-D7EF-67EA-5BB91AF3E751}"/>
              </a:ext>
            </a:extLst>
          </p:cNvPr>
          <p:cNvPicPr>
            <a:picLocks noChangeAspect="1"/>
          </p:cNvPicPr>
          <p:nvPr/>
        </p:nvPicPr>
        <p:blipFill>
          <a:blip r:embed="rId2"/>
          <a:stretch>
            <a:fillRect/>
          </a:stretch>
        </p:blipFill>
        <p:spPr>
          <a:xfrm>
            <a:off x="1041400" y="4602285"/>
            <a:ext cx="2568163" cy="2255715"/>
          </a:xfrm>
          <a:prstGeom prst="rect">
            <a:avLst/>
          </a:prstGeom>
        </p:spPr>
      </p:pic>
    </p:spTree>
    <p:extLst>
      <p:ext uri="{BB962C8B-B14F-4D97-AF65-F5344CB8AC3E}">
        <p14:creationId xmlns:p14="http://schemas.microsoft.com/office/powerpoint/2010/main" val="5259877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1547A9-57C4-ED0D-E508-4E063D72B472}"/>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F22BD70C-D698-B53E-8E98-E6BE6991B138}"/>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697C2E1E-0319-93F9-9882-22265C6FE416}"/>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檔名一致或不同</a:t>
            </a:r>
          </a:p>
        </p:txBody>
      </p:sp>
      <p:sp>
        <p:nvSpPr>
          <p:cNvPr id="3" name="文字方塊 2">
            <a:extLst>
              <a:ext uri="{FF2B5EF4-FFF2-40B4-BE49-F238E27FC236}">
                <a16:creationId xmlns:a16="http://schemas.microsoft.com/office/drawing/2014/main" id="{CB6B02C3-E612-9B0C-3425-366B0D3578F0}"/>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預設情況：</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與待檢查檔名相同。</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若兩邊檔案名稱不同，勾選「</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與待檢查檔名可以不同」。</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勾選後可獨立設定待檢查檔名。</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若未勾選，待檢查檔名會自動跟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檔名同步。</a:t>
            </a:r>
          </a:p>
        </p:txBody>
      </p:sp>
      <p:sp>
        <p:nvSpPr>
          <p:cNvPr id="4" name="文字方塊 3">
            <a:extLst>
              <a:ext uri="{FF2B5EF4-FFF2-40B4-BE49-F238E27FC236}">
                <a16:creationId xmlns:a16="http://schemas.microsoft.com/office/drawing/2014/main" id="{6EA79A74-FF86-963D-DE46-A43DC40248E2}"/>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7 / 14</a:t>
            </a:r>
            <a:endParaRPr lang="zh-TW" altLang="en-US" sz="1000">
              <a:solidFill>
                <a:srgbClr val="666666"/>
              </a:solidFill>
              <a:latin typeface="Microsoft JhengHei UI" panose="020B0604030504040204" pitchFamily="34" charset="-120"/>
            </a:endParaRPr>
          </a:p>
        </p:txBody>
      </p:sp>
      <p:pic>
        <p:nvPicPr>
          <p:cNvPr id="6" name="圖片 5">
            <a:extLst>
              <a:ext uri="{FF2B5EF4-FFF2-40B4-BE49-F238E27FC236}">
                <a16:creationId xmlns:a16="http://schemas.microsoft.com/office/drawing/2014/main" id="{81CAE55D-8F9E-F253-4D86-68B28E3BC980}"/>
              </a:ext>
            </a:extLst>
          </p:cNvPr>
          <p:cNvPicPr>
            <a:picLocks noChangeAspect="1"/>
          </p:cNvPicPr>
          <p:nvPr/>
        </p:nvPicPr>
        <p:blipFill>
          <a:blip r:embed="rId2"/>
          <a:stretch>
            <a:fillRect/>
          </a:stretch>
        </p:blipFill>
        <p:spPr>
          <a:xfrm>
            <a:off x="1099671" y="4854496"/>
            <a:ext cx="2560542" cy="777307"/>
          </a:xfrm>
          <a:prstGeom prst="rect">
            <a:avLst/>
          </a:prstGeom>
        </p:spPr>
      </p:pic>
    </p:spTree>
    <p:extLst>
      <p:ext uri="{BB962C8B-B14F-4D97-AF65-F5344CB8AC3E}">
        <p14:creationId xmlns:p14="http://schemas.microsoft.com/office/powerpoint/2010/main" val="24860873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43A46F-554A-ADAB-FAB7-44B94DE1A2F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54715D48-BB71-5D37-F465-BC4821A859D6}"/>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65F0CB73-84AC-8D42-F170-6A8F7BE70ECC}"/>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預讀與忽略項目</a:t>
            </a:r>
          </a:p>
        </p:txBody>
      </p:sp>
      <p:sp>
        <p:nvSpPr>
          <p:cNvPr id="3" name="文字方塊 2">
            <a:extLst>
              <a:ext uri="{FF2B5EF4-FFF2-40B4-BE49-F238E27FC236}">
                <a16:creationId xmlns:a16="http://schemas.microsoft.com/office/drawing/2014/main" id="{55439106-8F6A-0BF7-39AA-AE27FCC0E999}"/>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按下「預讀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內容」後，左側會顯示 </a:t>
            </a:r>
            <a:r>
              <a:rPr lang="en-US" altLang="zh-TW" sz="2000">
                <a:solidFill>
                  <a:srgbClr val="202020"/>
                </a:solidFill>
                <a:latin typeface="Microsoft JhengHei UI" panose="020B0604030504040204" pitchFamily="34" charset="-120"/>
              </a:rPr>
              <a:t>Golden .tpzip </a:t>
            </a:r>
            <a:r>
              <a:rPr lang="zh-TW" altLang="en-US" sz="2000">
                <a:solidFill>
                  <a:srgbClr val="202020"/>
                </a:solidFill>
                <a:latin typeface="Microsoft JhengHei UI" panose="020B0604030504040204" pitchFamily="34" charset="-120"/>
              </a:rPr>
              <a:t>內部檔案清單。</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清單中打勾的項目代表忽略判斷，該內部檔案不參與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比對。</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重開程式時會載入上次儲存的清單與勾選狀態。</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若目前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內部清單與上次不同，畫面會提醒新增或缺少的數量。</a:t>
            </a:r>
          </a:p>
        </p:txBody>
      </p:sp>
      <p:sp>
        <p:nvSpPr>
          <p:cNvPr id="4" name="文字方塊 3">
            <a:extLst>
              <a:ext uri="{FF2B5EF4-FFF2-40B4-BE49-F238E27FC236}">
                <a16:creationId xmlns:a16="http://schemas.microsoft.com/office/drawing/2014/main" id="{F08B22A3-A6F8-E55D-1B60-6F10894D7F85}"/>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8 / 14</a:t>
            </a:r>
            <a:endParaRPr lang="zh-TW" altLang="en-US" sz="1000">
              <a:solidFill>
                <a:srgbClr val="666666"/>
              </a:solidFill>
              <a:latin typeface="Microsoft JhengHei UI" panose="020B0604030504040204" pitchFamily="34" charset="-120"/>
            </a:endParaRPr>
          </a:p>
        </p:txBody>
      </p:sp>
      <p:pic>
        <p:nvPicPr>
          <p:cNvPr id="5" name="圖片 4">
            <a:extLst>
              <a:ext uri="{FF2B5EF4-FFF2-40B4-BE49-F238E27FC236}">
                <a16:creationId xmlns:a16="http://schemas.microsoft.com/office/drawing/2014/main" id="{DB5E5EAD-2066-123F-B06F-1F5035F7C3D8}"/>
              </a:ext>
            </a:extLst>
          </p:cNvPr>
          <p:cNvPicPr>
            <a:picLocks noChangeAspect="1"/>
          </p:cNvPicPr>
          <p:nvPr/>
        </p:nvPicPr>
        <p:blipFill>
          <a:blip r:embed="rId2"/>
          <a:stretch>
            <a:fillRect/>
          </a:stretch>
        </p:blipFill>
        <p:spPr>
          <a:xfrm>
            <a:off x="1041400" y="4372497"/>
            <a:ext cx="2598645" cy="2034716"/>
          </a:xfrm>
          <a:prstGeom prst="rect">
            <a:avLst/>
          </a:prstGeom>
        </p:spPr>
      </p:pic>
    </p:spTree>
    <p:extLst>
      <p:ext uri="{BB962C8B-B14F-4D97-AF65-F5344CB8AC3E}">
        <p14:creationId xmlns:p14="http://schemas.microsoft.com/office/powerpoint/2010/main" val="35293977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3EEA7-2080-DE3B-17CD-745DA0C998F8}"/>
            </a:ext>
          </a:extLst>
        </p:cNvPr>
        <p:cNvGrpSpPr/>
        <p:nvPr/>
      </p:nvGrpSpPr>
      <p:grpSpPr>
        <a:xfrm>
          <a:off x="0" y="0"/>
          <a:ext cx="0" cy="0"/>
          <a:chOff x="0" y="0"/>
          <a:chExt cx="0" cy="0"/>
        </a:xfrm>
      </p:grpSpPr>
      <p:sp>
        <p:nvSpPr>
          <p:cNvPr id="8" name="Subtitle 7">
            <a:extLst>
              <a:ext uri="{FF2B5EF4-FFF2-40B4-BE49-F238E27FC236}">
                <a16:creationId xmlns:a16="http://schemas.microsoft.com/office/drawing/2014/main" id="{D5BD96DB-DE95-A98B-2078-86B3A95EE595}"/>
              </a:ext>
            </a:extLst>
          </p:cNvPr>
          <p:cNvSpPr>
            <a:spLocks noGrp="1"/>
          </p:cNvSpPr>
          <p:nvPr>
            <p:ph type="subTitle" idx="1"/>
          </p:nvPr>
        </p:nvSpPr>
        <p:spPr/>
        <p:txBody>
          <a:bodyPr/>
          <a:lstStyle/>
          <a:p>
            <a:endParaRPr lang="en-US"/>
          </a:p>
        </p:txBody>
      </p:sp>
      <p:sp>
        <p:nvSpPr>
          <p:cNvPr id="7" name="Title 6">
            <a:extLst>
              <a:ext uri="{FF2B5EF4-FFF2-40B4-BE49-F238E27FC236}">
                <a16:creationId xmlns:a16="http://schemas.microsoft.com/office/drawing/2014/main" id="{0BEE0263-18F0-8528-2BE7-506DB80F6C4A}"/>
              </a:ext>
            </a:extLst>
          </p:cNvPr>
          <p:cNvSpPr>
            <a:spLocks noGrp="1"/>
          </p:cNvSpPr>
          <p:nvPr>
            <p:ph type="title"/>
          </p:nvPr>
        </p:nvSpPr>
        <p:spPr>
          <a:xfrm>
            <a:off x="0" y="1893755"/>
            <a:ext cx="6096000" cy="629367"/>
          </a:xfrm>
        </p:spPr>
        <p:txBody>
          <a:bodyPr/>
          <a:lstStyle/>
          <a:p>
            <a:endParaRPr lang="en-US"/>
          </a:p>
        </p:txBody>
      </p:sp>
      <p:sp>
        <p:nvSpPr>
          <p:cNvPr id="9" name="Picture Placeholder 8">
            <a:extLst>
              <a:ext uri="{FF2B5EF4-FFF2-40B4-BE49-F238E27FC236}">
                <a16:creationId xmlns:a16="http://schemas.microsoft.com/office/drawing/2014/main" id="{0BE181E7-6A3F-AD63-CD79-C80C01F77361}"/>
              </a:ext>
            </a:extLst>
          </p:cNvPr>
          <p:cNvSpPr>
            <a:spLocks noGrp="1"/>
          </p:cNvSpPr>
          <p:nvPr>
            <p:ph type="pic" sz="quarter" idx="12"/>
          </p:nvPr>
        </p:nvSpPr>
        <p:spPr/>
        <p:txBody>
          <a:bodyPr/>
          <a:lstStyle/>
          <a:p>
            <a:endParaRPr lang="en-US"/>
          </a:p>
        </p:txBody>
      </p:sp>
      <p:sp>
        <p:nvSpPr>
          <p:cNvPr id="2" name="文字方塊 1">
            <a:extLst>
              <a:ext uri="{FF2B5EF4-FFF2-40B4-BE49-F238E27FC236}">
                <a16:creationId xmlns:a16="http://schemas.microsoft.com/office/drawing/2014/main" id="{27AF5BAC-F399-F30C-633A-E6C6635D02D6}"/>
              </a:ext>
            </a:extLst>
          </p:cNvPr>
          <p:cNvSpPr txBox="1"/>
          <p:nvPr/>
        </p:nvSpPr>
        <p:spPr>
          <a:xfrm>
            <a:off x="990600" y="3619500"/>
            <a:ext cx="13462000" cy="677108"/>
          </a:xfrm>
          <a:prstGeom prst="rect">
            <a:avLst/>
          </a:prstGeom>
          <a:noFill/>
        </p:spPr>
        <p:txBody>
          <a:bodyPr vert="horz" wrap="square" lIns="101600" tIns="76200" rIns="101600" bIns="76200" rtlCol="0">
            <a:spAutoFit/>
          </a:bodyPr>
          <a:lstStyle/>
          <a:p>
            <a:r>
              <a:rPr lang="zh-TW" altLang="en-US" sz="3400" b="1">
                <a:solidFill>
                  <a:srgbClr val="202020"/>
                </a:solidFill>
                <a:latin typeface="Microsoft JhengHei UI" panose="020B0604030504040204" pitchFamily="34" charset="-120"/>
              </a:rPr>
              <a:t>檢查與判讀</a:t>
            </a:r>
          </a:p>
        </p:txBody>
      </p:sp>
      <p:sp>
        <p:nvSpPr>
          <p:cNvPr id="3" name="文字方塊 2">
            <a:extLst>
              <a:ext uri="{FF2B5EF4-FFF2-40B4-BE49-F238E27FC236}">
                <a16:creationId xmlns:a16="http://schemas.microsoft.com/office/drawing/2014/main" id="{91D82A64-1CF7-6251-CA50-14A92BF926F5}"/>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9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20044180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960D5-7FB8-0D61-593E-6AD19724B47E}"/>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53CE209D-9225-BF36-23F5-444F6716ED12}"/>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4FB1CC7C-1C5E-44B5-4357-DDCE7E29DACC}"/>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執行檢查流程</a:t>
            </a:r>
          </a:p>
        </p:txBody>
      </p:sp>
      <p:sp>
        <p:nvSpPr>
          <p:cNvPr id="3" name="文字方塊 2">
            <a:extLst>
              <a:ext uri="{FF2B5EF4-FFF2-40B4-BE49-F238E27FC236}">
                <a16:creationId xmlns:a16="http://schemas.microsoft.com/office/drawing/2014/main" id="{588172C1-6631-C9FD-8A03-4EFE47F93C64}"/>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確認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路徑、</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檔名、待檢查路徑、待檢查檔名都正確。</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確認忽略項目是否符合本次檢查需求。</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按下「檢查」。</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程式會讀取兩個 </a:t>
            </a:r>
            <a:r>
              <a:rPr lang="en-US" altLang="zh-TW" sz="2000">
                <a:solidFill>
                  <a:srgbClr val="202020"/>
                </a:solidFill>
                <a:latin typeface="Microsoft JhengHei UI" panose="020B0604030504040204" pitchFamily="34" charset="-120"/>
              </a:rPr>
              <a:t>.tpzip </a:t>
            </a:r>
            <a:r>
              <a:rPr lang="zh-TW" altLang="en-US" sz="2000">
                <a:solidFill>
                  <a:srgbClr val="202020"/>
                </a:solidFill>
                <a:latin typeface="Microsoft JhengHei UI" panose="020B0604030504040204" pitchFamily="34" charset="-120"/>
              </a:rPr>
              <a:t>檔案，逐一計算內部檔案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並輸出結果。</a:t>
            </a:r>
          </a:p>
        </p:txBody>
      </p:sp>
      <p:sp>
        <p:nvSpPr>
          <p:cNvPr id="4" name="文字方塊 3">
            <a:extLst>
              <a:ext uri="{FF2B5EF4-FFF2-40B4-BE49-F238E27FC236}">
                <a16:creationId xmlns:a16="http://schemas.microsoft.com/office/drawing/2014/main" id="{5429490F-5E2B-9AF9-1C3F-7F03DCDE7C53}"/>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10 / 14</a:t>
            </a:r>
            <a:endParaRPr lang="zh-TW" altLang="en-US" sz="1000">
              <a:solidFill>
                <a:srgbClr val="666666"/>
              </a:solidFill>
              <a:latin typeface="Microsoft JhengHei UI" panose="020B0604030504040204" pitchFamily="34" charset="-120"/>
            </a:endParaRPr>
          </a:p>
        </p:txBody>
      </p:sp>
      <p:pic>
        <p:nvPicPr>
          <p:cNvPr id="6" name="圖片 5">
            <a:extLst>
              <a:ext uri="{FF2B5EF4-FFF2-40B4-BE49-F238E27FC236}">
                <a16:creationId xmlns:a16="http://schemas.microsoft.com/office/drawing/2014/main" id="{FB710D36-E413-AF18-A7F8-8CEB84F38F08}"/>
              </a:ext>
            </a:extLst>
          </p:cNvPr>
          <p:cNvPicPr>
            <a:picLocks noChangeAspect="1"/>
          </p:cNvPicPr>
          <p:nvPr/>
        </p:nvPicPr>
        <p:blipFill>
          <a:blip r:embed="rId2"/>
          <a:stretch>
            <a:fillRect/>
          </a:stretch>
        </p:blipFill>
        <p:spPr>
          <a:xfrm>
            <a:off x="1536177" y="4920864"/>
            <a:ext cx="2591025" cy="845893"/>
          </a:xfrm>
          <a:prstGeom prst="rect">
            <a:avLst/>
          </a:prstGeom>
        </p:spPr>
      </p:pic>
    </p:spTree>
    <p:extLst>
      <p:ext uri="{BB962C8B-B14F-4D97-AF65-F5344CB8AC3E}">
        <p14:creationId xmlns:p14="http://schemas.microsoft.com/office/powerpoint/2010/main" val="395737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B6BD4-E29D-361D-249D-B60CF1DDAF8C}"/>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1A1714D0-4BA3-EABC-0F53-44BE8109BB69}"/>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D2B23E55-E92E-2F4E-5544-01393D2B9854}"/>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結果判讀</a:t>
            </a:r>
          </a:p>
        </p:txBody>
      </p:sp>
      <p:sp>
        <p:nvSpPr>
          <p:cNvPr id="3" name="文字方塊 2">
            <a:extLst>
              <a:ext uri="{FF2B5EF4-FFF2-40B4-BE49-F238E27FC236}">
                <a16:creationId xmlns:a16="http://schemas.microsoft.com/office/drawing/2014/main" id="{CFB57588-38C5-2CD0-1110-8F5C213B1BDD}"/>
              </a:ext>
            </a:extLst>
          </p:cNvPr>
          <p:cNvSpPr txBox="1"/>
          <p:nvPr/>
        </p:nvSpPr>
        <p:spPr>
          <a:xfrm>
            <a:off x="1041400" y="2667000"/>
            <a:ext cx="13462000" cy="1692771"/>
          </a:xfrm>
          <a:prstGeom prst="rect">
            <a:avLst/>
          </a:prstGeom>
          <a:noFill/>
        </p:spPr>
        <p:txBody>
          <a:bodyPr vert="horz" wrap="square" lIns="101600" tIns="76200" rIns="101600" bIns="76200" rtlCol="0">
            <a:spAutoFit/>
          </a:bodyPr>
          <a:lstStyle/>
          <a:p>
            <a:pPr>
              <a:spcAft>
                <a:spcPts val="800"/>
              </a:spcAft>
            </a:pPr>
            <a:r>
              <a:rPr lang="en-US" altLang="zh-TW" sz="2000">
                <a:solidFill>
                  <a:srgbClr val="202020"/>
                </a:solidFill>
                <a:latin typeface="Microsoft JhengHei UI" panose="020B0604030504040204" pitchFamily="34" charset="-120"/>
              </a:rPr>
              <a:t>• OK</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與待檢查檔案的內部項目 </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一致。</a:t>
            </a:r>
          </a:p>
          <a:p>
            <a:pPr>
              <a:spcAft>
                <a:spcPts val="800"/>
              </a:spcAft>
            </a:pPr>
            <a:r>
              <a:rPr lang="en-US" altLang="zh-TW" sz="2000">
                <a:solidFill>
                  <a:srgbClr val="202020"/>
                </a:solidFill>
                <a:latin typeface="Microsoft JhengHei UI" panose="020B0604030504040204" pitchFamily="34" charset="-120"/>
              </a:rPr>
              <a:t>• NG</a:t>
            </a:r>
            <a:r>
              <a:rPr lang="zh-TW" altLang="en-US" sz="2000">
                <a:solidFill>
                  <a:srgbClr val="202020"/>
                </a:solidFill>
                <a:latin typeface="Microsoft JhengHei UI" panose="020B0604030504040204" pitchFamily="34" charset="-120"/>
              </a:rPr>
              <a:t>：</a:t>
            </a:r>
            <a:r>
              <a:rPr lang="en-US" altLang="zh-TW" sz="2000">
                <a:solidFill>
                  <a:srgbClr val="202020"/>
                </a:solidFill>
                <a:latin typeface="Microsoft JhengHei UI" panose="020B0604030504040204" pitchFamily="34" charset="-120"/>
              </a:rPr>
              <a:t>MD5 </a:t>
            </a:r>
            <a:r>
              <a:rPr lang="zh-TW" altLang="en-US" sz="2000">
                <a:solidFill>
                  <a:srgbClr val="202020"/>
                </a:solidFill>
                <a:latin typeface="Microsoft JhengHei UI" panose="020B0604030504040204" pitchFamily="34" charset="-120"/>
              </a:rPr>
              <a:t>不一致、待檢查缺少項目，或 </a:t>
            </a:r>
            <a:r>
              <a:rPr lang="en-US" altLang="zh-TW" sz="2000">
                <a:solidFill>
                  <a:srgbClr val="202020"/>
                </a:solidFill>
                <a:latin typeface="Microsoft JhengHei UI" panose="020B0604030504040204" pitchFamily="34" charset="-120"/>
              </a:rPr>
              <a:t>UNCHECK </a:t>
            </a:r>
            <a:r>
              <a:rPr lang="zh-TW" altLang="en-US" sz="2000">
                <a:solidFill>
                  <a:srgbClr val="202020"/>
                </a:solidFill>
                <a:latin typeface="Microsoft JhengHei UI" panose="020B0604030504040204" pitchFamily="34" charset="-120"/>
              </a:rPr>
              <a:t>比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多出項目。</a:t>
            </a:r>
          </a:p>
          <a:p>
            <a:pPr>
              <a:spcAft>
                <a:spcPts val="800"/>
              </a:spcAft>
            </a:pPr>
            <a:r>
              <a:rPr lang="en-US" altLang="zh-TW" sz="2000">
                <a:solidFill>
                  <a:srgbClr val="202020"/>
                </a:solidFill>
                <a:latin typeface="Microsoft JhengHei UI" panose="020B0604030504040204" pitchFamily="34" charset="-120"/>
              </a:rPr>
              <a:t>• </a:t>
            </a:r>
            <a:r>
              <a:rPr lang="zh-TW" altLang="en-US" sz="2000">
                <a:solidFill>
                  <a:srgbClr val="202020"/>
                </a:solidFill>
                <a:latin typeface="Microsoft JhengHei UI" panose="020B0604030504040204" pitchFamily="34" charset="-120"/>
              </a:rPr>
              <a:t>綠底表示 </a:t>
            </a:r>
            <a:r>
              <a:rPr lang="en-US" altLang="zh-TW" sz="2000">
                <a:solidFill>
                  <a:srgbClr val="202020"/>
                </a:solidFill>
                <a:latin typeface="Microsoft JhengHei UI" panose="020B0604030504040204" pitchFamily="34" charset="-120"/>
              </a:rPr>
              <a:t>OK</a:t>
            </a:r>
            <a:r>
              <a:rPr lang="zh-TW" altLang="en-US" sz="2000">
                <a:solidFill>
                  <a:srgbClr val="202020"/>
                </a:solidFill>
                <a:latin typeface="Microsoft JhengHei UI" panose="020B0604030504040204" pitchFamily="34" charset="-120"/>
              </a:rPr>
              <a:t>，紅底表示 </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a:t>
            </a:r>
          </a:p>
          <a:p>
            <a:pPr>
              <a:spcAft>
                <a:spcPts val="800"/>
              </a:spcAft>
            </a:pPr>
            <a:r>
              <a:rPr lang="en-US" altLang="zh-TW" sz="2000">
                <a:solidFill>
                  <a:srgbClr val="202020"/>
                </a:solidFill>
                <a:latin typeface="Microsoft JhengHei UI" panose="020B0604030504040204" pitchFamily="34" charset="-120"/>
              </a:rPr>
              <a:t>• UNCHECK </a:t>
            </a:r>
            <a:r>
              <a:rPr lang="zh-TW" altLang="en-US" sz="2000">
                <a:solidFill>
                  <a:srgbClr val="202020"/>
                </a:solidFill>
                <a:latin typeface="Microsoft JhengHei UI" panose="020B0604030504040204" pitchFamily="34" charset="-120"/>
              </a:rPr>
              <a:t>多出的檔案也會列出並判定 </a:t>
            </a:r>
            <a:r>
              <a:rPr lang="en-US" altLang="zh-TW" sz="2000">
                <a:solidFill>
                  <a:srgbClr val="202020"/>
                </a:solidFill>
                <a:latin typeface="Microsoft JhengHei UI" panose="020B0604030504040204" pitchFamily="34" charset="-120"/>
              </a:rPr>
              <a:t>NG</a:t>
            </a:r>
            <a:r>
              <a:rPr lang="zh-TW" altLang="en-US" sz="2000">
                <a:solidFill>
                  <a:srgbClr val="202020"/>
                </a:solidFill>
                <a:latin typeface="Microsoft JhengHei UI" panose="020B0604030504040204" pitchFamily="34" charset="-120"/>
              </a:rPr>
              <a:t>，不會只比較 </a:t>
            </a:r>
            <a:r>
              <a:rPr lang="en-US" altLang="zh-TW" sz="2000">
                <a:solidFill>
                  <a:srgbClr val="202020"/>
                </a:solidFill>
                <a:latin typeface="Microsoft JhengHei UI" panose="020B0604030504040204" pitchFamily="34" charset="-120"/>
              </a:rPr>
              <a:t>Golden </a:t>
            </a:r>
            <a:r>
              <a:rPr lang="zh-TW" altLang="en-US" sz="2000">
                <a:solidFill>
                  <a:srgbClr val="202020"/>
                </a:solidFill>
                <a:latin typeface="Microsoft JhengHei UI" panose="020B0604030504040204" pitchFamily="34" charset="-120"/>
              </a:rPr>
              <a:t>有的項目。</a:t>
            </a:r>
          </a:p>
        </p:txBody>
      </p:sp>
      <p:sp>
        <p:nvSpPr>
          <p:cNvPr id="4" name="文字方塊 3">
            <a:extLst>
              <a:ext uri="{FF2B5EF4-FFF2-40B4-BE49-F238E27FC236}">
                <a16:creationId xmlns:a16="http://schemas.microsoft.com/office/drawing/2014/main" id="{9B096F52-B89F-23E7-0383-CBFE81D51A17}"/>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11 / 14</a:t>
            </a:r>
            <a:endParaRPr lang="zh-TW" altLang="en-US" sz="1000">
              <a:solidFill>
                <a:srgbClr val="666666"/>
              </a:solidFill>
              <a:latin typeface="Microsoft JhengHei UI" panose="020B0604030504040204" pitchFamily="34" charset="-120"/>
            </a:endParaRPr>
          </a:p>
        </p:txBody>
      </p:sp>
      <p:pic>
        <p:nvPicPr>
          <p:cNvPr id="6" name="圖片 5">
            <a:extLst>
              <a:ext uri="{FF2B5EF4-FFF2-40B4-BE49-F238E27FC236}">
                <a16:creationId xmlns:a16="http://schemas.microsoft.com/office/drawing/2014/main" id="{789B804E-384B-31EE-5712-5354A19036E1}"/>
              </a:ext>
            </a:extLst>
          </p:cNvPr>
          <p:cNvPicPr>
            <a:picLocks noChangeAspect="1"/>
          </p:cNvPicPr>
          <p:nvPr/>
        </p:nvPicPr>
        <p:blipFill>
          <a:blip r:embed="rId2"/>
          <a:stretch>
            <a:fillRect/>
          </a:stretch>
        </p:blipFill>
        <p:spPr>
          <a:xfrm>
            <a:off x="1903772" y="4260540"/>
            <a:ext cx="6669957" cy="2392874"/>
          </a:xfrm>
          <a:prstGeom prst="rect">
            <a:avLst/>
          </a:prstGeom>
        </p:spPr>
      </p:pic>
    </p:spTree>
    <p:extLst>
      <p:ext uri="{BB962C8B-B14F-4D97-AF65-F5344CB8AC3E}">
        <p14:creationId xmlns:p14="http://schemas.microsoft.com/office/powerpoint/2010/main" val="13997975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CAEBD-9DA2-A00D-D6BF-EC358350B3B7}"/>
            </a:ext>
          </a:extLst>
        </p:cNvPr>
        <p:cNvGrpSpPr/>
        <p:nvPr/>
      </p:nvGrpSpPr>
      <p:grpSpPr>
        <a:xfrm>
          <a:off x="0" y="0"/>
          <a:ext cx="0" cy="0"/>
          <a:chOff x="0" y="0"/>
          <a:chExt cx="0" cy="0"/>
        </a:xfrm>
      </p:grpSpPr>
      <p:sp>
        <p:nvSpPr>
          <p:cNvPr id="21" name="Titel 20">
            <a:extLst>
              <a:ext uri="{FF2B5EF4-FFF2-40B4-BE49-F238E27FC236}">
                <a16:creationId xmlns:a16="http://schemas.microsoft.com/office/drawing/2014/main" id="{F3350FD2-7648-A95C-CBD2-F9C754CA34C1}"/>
              </a:ext>
            </a:extLst>
          </p:cNvPr>
          <p:cNvSpPr>
            <a:spLocks noGrp="1"/>
          </p:cNvSpPr>
          <p:nvPr>
            <p:ph type="title"/>
          </p:nvPr>
        </p:nvSpPr>
        <p:spPr/>
        <p:txBody>
          <a:bodyPr/>
          <a:lstStyle/>
          <a:p>
            <a:endParaRPr lang="de-DE"/>
          </a:p>
        </p:txBody>
      </p:sp>
      <p:sp>
        <p:nvSpPr>
          <p:cNvPr id="2" name="文字方塊 1">
            <a:extLst>
              <a:ext uri="{FF2B5EF4-FFF2-40B4-BE49-F238E27FC236}">
                <a16:creationId xmlns:a16="http://schemas.microsoft.com/office/drawing/2014/main" id="{0BF23181-C626-CC93-1849-5BDAC1FD6B96}"/>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en-US" altLang="zh-TW" sz="2800" b="1">
                <a:solidFill>
                  <a:srgbClr val="202020"/>
                </a:solidFill>
                <a:latin typeface="Microsoft JhengHei UI" panose="020B0604030504040204" pitchFamily="34" charset="-120"/>
              </a:rPr>
              <a:t>Log </a:t>
            </a:r>
            <a:r>
              <a:rPr lang="zh-TW" altLang="en-US" sz="2800" b="1">
                <a:solidFill>
                  <a:srgbClr val="202020"/>
                </a:solidFill>
                <a:latin typeface="Microsoft JhengHei UI" panose="020B0604030504040204" pitchFamily="34" charset="-120"/>
              </a:rPr>
              <a:t>輸出</a:t>
            </a:r>
          </a:p>
        </p:txBody>
      </p:sp>
      <p:sp>
        <p:nvSpPr>
          <p:cNvPr id="3" name="文字方塊 2">
            <a:extLst>
              <a:ext uri="{FF2B5EF4-FFF2-40B4-BE49-F238E27FC236}">
                <a16:creationId xmlns:a16="http://schemas.microsoft.com/office/drawing/2014/main" id="{1923738C-C80E-F45F-D10B-CEE834B42539}"/>
              </a:ext>
            </a:extLst>
          </p:cNvPr>
          <p:cNvSpPr txBox="1"/>
          <p:nvPr/>
        </p:nvSpPr>
        <p:spPr>
          <a:xfrm>
            <a:off x="1110226" y="2149637"/>
            <a:ext cx="3850246" cy="4257576"/>
          </a:xfrm>
          <a:prstGeom prst="rect">
            <a:avLst/>
          </a:prstGeom>
          <a:noFill/>
        </p:spPr>
        <p:txBody>
          <a:bodyPr vert="horz" wrap="square" lIns="101600" tIns="76200" rIns="101600" bIns="76200" rtlCol="0">
            <a:spAutoFit/>
          </a:bodyPr>
          <a:lstStyle/>
          <a:p>
            <a:pPr>
              <a:spcAft>
                <a:spcPts val="800"/>
              </a:spcAft>
            </a:pPr>
            <a:r>
              <a:rPr lang="en-US" altLang="zh-TW" sz="2000" dirty="0">
                <a:solidFill>
                  <a:srgbClr val="202020"/>
                </a:solidFill>
                <a:latin typeface="Microsoft JhengHei UI" panose="020B0604030504040204" pitchFamily="34" charset="-120"/>
              </a:rPr>
              <a:t>• Log </a:t>
            </a:r>
            <a:r>
              <a:rPr lang="zh-TW" altLang="en-US" sz="2000" dirty="0">
                <a:solidFill>
                  <a:srgbClr val="202020"/>
                </a:solidFill>
                <a:latin typeface="Microsoft JhengHei UI" panose="020B0604030504040204" pitchFamily="34" charset="-120"/>
              </a:rPr>
              <a:t>路徑預設為 </a:t>
            </a:r>
            <a:r>
              <a:rPr lang="en-US" altLang="zh-TW" sz="2000" dirty="0">
                <a:solidFill>
                  <a:srgbClr val="202020"/>
                </a:solidFill>
                <a:latin typeface="Microsoft JhengHei UI" panose="020B0604030504040204" pitchFamily="34" charset="-120"/>
              </a:rPr>
              <a:t>C:\HashCode\logs</a:t>
            </a:r>
            <a:r>
              <a:rPr lang="zh-TW" altLang="en-US" sz="2000" dirty="0">
                <a:solidFill>
                  <a:srgbClr val="202020"/>
                </a:solidFill>
                <a:latin typeface="Microsoft JhengHei UI" panose="020B0604030504040204" pitchFamily="34" charset="-120"/>
              </a:rPr>
              <a:t>。</a:t>
            </a:r>
          </a:p>
          <a:p>
            <a:pPr>
              <a:spcAft>
                <a:spcPts val="800"/>
              </a:spcAft>
            </a:pPr>
            <a:r>
              <a:rPr lang="en-US" altLang="zh-TW" sz="2000" dirty="0">
                <a:solidFill>
                  <a:srgbClr val="202020"/>
                </a:solidFill>
                <a:latin typeface="Microsoft JhengHei UI" panose="020B0604030504040204" pitchFamily="34" charset="-120"/>
              </a:rPr>
              <a:t>• Log </a:t>
            </a:r>
            <a:r>
              <a:rPr lang="zh-TW" altLang="en-US" sz="2000" dirty="0">
                <a:solidFill>
                  <a:srgbClr val="202020"/>
                </a:solidFill>
                <a:latin typeface="Microsoft JhengHei UI" panose="020B0604030504040204" pitchFamily="34" charset="-120"/>
              </a:rPr>
              <a:t>名稱前綴預設為 </a:t>
            </a:r>
            <a:r>
              <a:rPr lang="en-US" altLang="zh-TW" sz="2000" dirty="0">
                <a:solidFill>
                  <a:srgbClr val="202020"/>
                </a:solidFill>
                <a:latin typeface="Microsoft JhengHei UI" panose="020B0604030504040204" pitchFamily="34" charset="-120"/>
              </a:rPr>
              <a:t>log</a:t>
            </a:r>
            <a:r>
              <a:rPr lang="zh-TW" altLang="en-US" sz="2000" dirty="0">
                <a:solidFill>
                  <a:srgbClr val="202020"/>
                </a:solidFill>
                <a:latin typeface="Microsoft JhengHei UI" panose="020B0604030504040204" pitchFamily="34" charset="-120"/>
              </a:rPr>
              <a:t>，每天產生一個 </a:t>
            </a:r>
            <a:r>
              <a:rPr lang="en-US" altLang="zh-TW" sz="2000" dirty="0">
                <a:solidFill>
                  <a:srgbClr val="202020"/>
                </a:solidFill>
                <a:latin typeface="Microsoft JhengHei UI" panose="020B0604030504040204" pitchFamily="34" charset="-120"/>
              </a:rPr>
              <a:t>CSV </a:t>
            </a:r>
            <a:r>
              <a:rPr lang="zh-TW" altLang="en-US" sz="2000" dirty="0">
                <a:solidFill>
                  <a:srgbClr val="202020"/>
                </a:solidFill>
                <a:latin typeface="Microsoft JhengHei UI" panose="020B0604030504040204" pitchFamily="34" charset="-120"/>
              </a:rPr>
              <a:t>檔。</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檔名格式：</a:t>
            </a:r>
            <a:r>
              <a:rPr lang="en-US" altLang="zh-TW" sz="2000" dirty="0">
                <a:solidFill>
                  <a:srgbClr val="202020"/>
                </a:solidFill>
                <a:latin typeface="Microsoft JhengHei UI" panose="020B0604030504040204" pitchFamily="34" charset="-120"/>
              </a:rPr>
              <a:t>log_yyyyMMdd.csv</a:t>
            </a:r>
            <a:r>
              <a:rPr lang="zh-TW" altLang="en-US" sz="2000" dirty="0">
                <a:solidFill>
                  <a:srgbClr val="202020"/>
                </a:solidFill>
                <a:latin typeface="Microsoft JhengHei UI" panose="020B0604030504040204" pitchFamily="34" charset="-120"/>
              </a:rPr>
              <a:t>。</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欄位：</a:t>
            </a:r>
            <a:r>
              <a:rPr lang="en-US" altLang="zh-TW" sz="2000" dirty="0">
                <a:solidFill>
                  <a:srgbClr val="202020"/>
                </a:solidFill>
                <a:latin typeface="Microsoft JhengHei UI" panose="020B0604030504040204" pitchFamily="34" charset="-120"/>
              </a:rPr>
              <a:t>Index, Date, Time, </a:t>
            </a:r>
            <a:r>
              <a:rPr lang="en-US" altLang="zh-TW" sz="2000" dirty="0" err="1">
                <a:solidFill>
                  <a:srgbClr val="202020"/>
                </a:solidFill>
                <a:latin typeface="Microsoft JhengHei UI" panose="020B0604030504040204" pitchFamily="34" charset="-120"/>
              </a:rPr>
              <a:t>GoldenHashCode</a:t>
            </a:r>
            <a:r>
              <a:rPr lang="en-US" altLang="zh-TW" sz="2000" dirty="0">
                <a:solidFill>
                  <a:srgbClr val="202020"/>
                </a:solidFill>
                <a:latin typeface="Microsoft JhengHei UI" panose="020B0604030504040204" pitchFamily="34" charset="-120"/>
              </a:rPr>
              <a:t>, </a:t>
            </a:r>
            <a:r>
              <a:rPr lang="en-US" altLang="zh-TW" sz="2000" dirty="0" err="1">
                <a:solidFill>
                  <a:srgbClr val="202020"/>
                </a:solidFill>
                <a:latin typeface="Microsoft JhengHei UI" panose="020B0604030504040204" pitchFamily="34" charset="-120"/>
              </a:rPr>
              <a:t>unCheckGoldenHashCode</a:t>
            </a:r>
            <a:r>
              <a:rPr lang="en-US" altLang="zh-TW" sz="2000" dirty="0">
                <a:solidFill>
                  <a:srgbClr val="202020"/>
                </a:solidFill>
                <a:latin typeface="Microsoft JhengHei UI" panose="020B0604030504040204" pitchFamily="34" charset="-120"/>
              </a:rPr>
              <a:t>, Result</a:t>
            </a:r>
            <a:r>
              <a:rPr lang="zh-TW" altLang="en-US" sz="2000" dirty="0">
                <a:solidFill>
                  <a:srgbClr val="202020"/>
                </a:solidFill>
                <a:latin typeface="Microsoft JhengHei UI" panose="020B0604030504040204" pitchFamily="34" charset="-120"/>
              </a:rPr>
              <a:t>。</a:t>
            </a:r>
          </a:p>
          <a:p>
            <a:pPr>
              <a:spcAft>
                <a:spcPts val="800"/>
              </a:spcAft>
            </a:pP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同一天多次檢查會往下追加，不會覆蓋舊紀錄。</a:t>
            </a:r>
          </a:p>
        </p:txBody>
      </p:sp>
      <p:sp>
        <p:nvSpPr>
          <p:cNvPr id="4" name="文字方塊 3">
            <a:extLst>
              <a:ext uri="{FF2B5EF4-FFF2-40B4-BE49-F238E27FC236}">
                <a16:creationId xmlns:a16="http://schemas.microsoft.com/office/drawing/2014/main" id="{2B12CBE2-DAA7-FCC1-2479-BE646DD8375C}"/>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12 / 14</a:t>
            </a:r>
            <a:endParaRPr lang="zh-TW" altLang="en-US" sz="1000">
              <a:solidFill>
                <a:srgbClr val="666666"/>
              </a:solidFill>
              <a:latin typeface="Microsoft JhengHei UI" panose="020B0604030504040204" pitchFamily="34" charset="-120"/>
            </a:endParaRPr>
          </a:p>
        </p:txBody>
      </p:sp>
      <p:pic>
        <p:nvPicPr>
          <p:cNvPr id="6" name="圖片 5">
            <a:extLst>
              <a:ext uri="{FF2B5EF4-FFF2-40B4-BE49-F238E27FC236}">
                <a16:creationId xmlns:a16="http://schemas.microsoft.com/office/drawing/2014/main" id="{85758D93-1B37-F690-8991-4DC77997BFAA}"/>
              </a:ext>
            </a:extLst>
          </p:cNvPr>
          <p:cNvPicPr>
            <a:picLocks noChangeAspect="1"/>
          </p:cNvPicPr>
          <p:nvPr/>
        </p:nvPicPr>
        <p:blipFill>
          <a:blip r:embed="rId2"/>
          <a:stretch>
            <a:fillRect/>
          </a:stretch>
        </p:blipFill>
        <p:spPr>
          <a:xfrm>
            <a:off x="4891646" y="1292942"/>
            <a:ext cx="6999299" cy="4272116"/>
          </a:xfrm>
          <a:prstGeom prst="rect">
            <a:avLst/>
          </a:prstGeom>
        </p:spPr>
      </p:pic>
    </p:spTree>
    <p:extLst>
      <p:ext uri="{BB962C8B-B14F-4D97-AF65-F5344CB8AC3E}">
        <p14:creationId xmlns:p14="http://schemas.microsoft.com/office/powerpoint/2010/main" val="704925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59CA9-506F-4B7E-20A5-8286EF28B997}"/>
            </a:ext>
          </a:extLst>
        </p:cNvPr>
        <p:cNvGrpSpPr/>
        <p:nvPr/>
      </p:nvGrpSpPr>
      <p:grpSpPr>
        <a:xfrm>
          <a:off x="0" y="0"/>
          <a:ext cx="0" cy="0"/>
          <a:chOff x="0" y="0"/>
          <a:chExt cx="0" cy="0"/>
        </a:xfrm>
      </p:grpSpPr>
      <p:sp>
        <p:nvSpPr>
          <p:cNvPr id="5" name="標題 4">
            <a:extLst>
              <a:ext uri="{FF2B5EF4-FFF2-40B4-BE49-F238E27FC236}">
                <a16:creationId xmlns:a16="http://schemas.microsoft.com/office/drawing/2014/main" id="{3D89B827-DDCD-D785-C13A-D39259239986}"/>
              </a:ext>
            </a:extLst>
          </p:cNvPr>
          <p:cNvSpPr>
            <a:spLocks noGrp="1"/>
          </p:cNvSpPr>
          <p:nvPr>
            <p:ph type="title"/>
          </p:nvPr>
        </p:nvSpPr>
        <p:spPr/>
        <p:txBody>
          <a:bodyPr/>
          <a:lstStyle/>
          <a:p>
            <a:endParaRPr lang="zh-TW" altLang="en-US"/>
          </a:p>
        </p:txBody>
      </p:sp>
      <p:sp>
        <p:nvSpPr>
          <p:cNvPr id="2" name="文字方塊 1">
            <a:extLst>
              <a:ext uri="{FF2B5EF4-FFF2-40B4-BE49-F238E27FC236}">
                <a16:creationId xmlns:a16="http://schemas.microsoft.com/office/drawing/2014/main" id="{8AA808DA-73C6-FDB8-5879-A8D21CABFCDF}"/>
              </a:ext>
            </a:extLst>
          </p:cNvPr>
          <p:cNvSpPr txBox="1"/>
          <p:nvPr/>
        </p:nvSpPr>
        <p:spPr>
          <a:xfrm>
            <a:off x="914400" y="1587500"/>
            <a:ext cx="13335000" cy="584775"/>
          </a:xfrm>
          <a:prstGeom prst="rect">
            <a:avLst/>
          </a:prstGeom>
          <a:noFill/>
        </p:spPr>
        <p:txBody>
          <a:bodyPr vert="horz" wrap="square" lIns="101600" tIns="76200" rIns="101600" bIns="76200" rtlCol="0">
            <a:spAutoFit/>
          </a:bodyPr>
          <a:lstStyle/>
          <a:p>
            <a:r>
              <a:rPr lang="zh-TW" altLang="en-US" sz="2800" b="1">
                <a:solidFill>
                  <a:srgbClr val="202020"/>
                </a:solidFill>
                <a:latin typeface="Microsoft JhengHei UI" panose="020B0604030504040204" pitchFamily="34" charset="-120"/>
              </a:rPr>
              <a:t>常見狀況</a:t>
            </a:r>
          </a:p>
        </p:txBody>
      </p:sp>
      <p:sp>
        <p:nvSpPr>
          <p:cNvPr id="3" name="文字方塊 2">
            <a:extLst>
              <a:ext uri="{FF2B5EF4-FFF2-40B4-BE49-F238E27FC236}">
                <a16:creationId xmlns:a16="http://schemas.microsoft.com/office/drawing/2014/main" id="{2E6853DB-E8AD-333E-B245-B1F80AEAC197}"/>
              </a:ext>
            </a:extLst>
          </p:cNvPr>
          <p:cNvSpPr txBox="1"/>
          <p:nvPr/>
        </p:nvSpPr>
        <p:spPr>
          <a:xfrm>
            <a:off x="1041400" y="2667000"/>
            <a:ext cx="13462000" cy="2513509"/>
          </a:xfrm>
          <a:prstGeom prst="rect">
            <a:avLst/>
          </a:prstGeom>
          <a:noFill/>
        </p:spPr>
        <p:txBody>
          <a:bodyPr vert="horz" wrap="square" lIns="101600" tIns="76200" rIns="101600" bIns="76200" rtlCol="0">
            <a:spAutoFit/>
          </a:bodyPr>
          <a:lstStyle/>
          <a:p>
            <a:pPr>
              <a:spcAft>
                <a:spcPts val="800"/>
              </a:spcAft>
            </a:pPr>
            <a:r>
              <a:rPr lang="en-US" altLang="zh-TW" sz="2000" dirty="0">
                <a:solidFill>
                  <a:srgbClr val="202020"/>
                </a:solidFill>
                <a:latin typeface="Microsoft JhengHei UI" panose="020B0604030504040204" pitchFamily="34" charset="-120"/>
              </a:rPr>
              <a:t>Q</a:t>
            </a:r>
            <a:r>
              <a:rPr lang="zh-TW" altLang="en-US" sz="2000" dirty="0">
                <a:solidFill>
                  <a:srgbClr val="202020"/>
                </a:solidFill>
                <a:latin typeface="Microsoft JhengHei UI" panose="020B0604030504040204" pitchFamily="34" charset="-120"/>
              </a:rPr>
              <a:t>：重開程式後設定是否會消失？</a:t>
            </a:r>
          </a:p>
          <a:p>
            <a:pPr>
              <a:spcAft>
                <a:spcPts val="800"/>
              </a:spcAft>
            </a:pPr>
            <a:r>
              <a:rPr lang="en-US" altLang="zh-TW" sz="2000" dirty="0">
                <a:solidFill>
                  <a:srgbClr val="202020"/>
                </a:solidFill>
                <a:latin typeface="Microsoft JhengHei UI" panose="020B0604030504040204" pitchFamily="34" charset="-120"/>
              </a:rPr>
              <a:t>A</a:t>
            </a:r>
            <a:r>
              <a:rPr lang="zh-TW" altLang="en-US" sz="2000" dirty="0">
                <a:solidFill>
                  <a:srgbClr val="202020"/>
                </a:solidFill>
                <a:latin typeface="Microsoft JhengHei UI" panose="020B0604030504040204" pitchFamily="34" charset="-120"/>
              </a:rPr>
              <a:t>：不會。記得按儲存設定，程式會從 </a:t>
            </a:r>
            <a:r>
              <a:rPr lang="en-US" altLang="zh-TW" sz="2000" dirty="0" err="1">
                <a:solidFill>
                  <a:srgbClr val="202020"/>
                </a:solidFill>
                <a:latin typeface="Microsoft JhengHei UI" panose="020B0604030504040204" pitchFamily="34" charset="-120"/>
              </a:rPr>
              <a:t>appsettings.json</a:t>
            </a:r>
            <a:r>
              <a:rPr lang="en-US" altLang="zh-TW" sz="2000" dirty="0">
                <a:solidFill>
                  <a:srgbClr val="202020"/>
                </a:solidFill>
                <a:latin typeface="Microsoft JhengHei UI" panose="020B0604030504040204" pitchFamily="34" charset="-120"/>
              </a:rPr>
              <a:t> </a:t>
            </a:r>
            <a:r>
              <a:rPr lang="zh-TW" altLang="en-US" sz="2000" dirty="0">
                <a:solidFill>
                  <a:srgbClr val="202020"/>
                </a:solidFill>
                <a:latin typeface="Microsoft JhengHei UI" panose="020B0604030504040204" pitchFamily="34" charset="-120"/>
              </a:rPr>
              <a:t>載入上次設定。</a:t>
            </a:r>
          </a:p>
          <a:p>
            <a:pPr>
              <a:spcAft>
                <a:spcPts val="800"/>
              </a:spcAft>
            </a:pPr>
            <a:r>
              <a:rPr lang="en-US" altLang="zh-TW" sz="2000" dirty="0">
                <a:solidFill>
                  <a:srgbClr val="202020"/>
                </a:solidFill>
                <a:latin typeface="Microsoft JhengHei UI" panose="020B0604030504040204" pitchFamily="34" charset="-120"/>
              </a:rPr>
              <a:t>Q</a:t>
            </a:r>
            <a:r>
              <a:rPr lang="zh-TW" altLang="en-US" sz="2000" dirty="0">
                <a:solidFill>
                  <a:srgbClr val="202020"/>
                </a:solidFill>
                <a:latin typeface="Microsoft JhengHei UI" panose="020B0604030504040204" pitchFamily="34" charset="-120"/>
              </a:rPr>
              <a:t>：</a:t>
            </a:r>
            <a:r>
              <a:rPr lang="en-US" altLang="zh-TW" sz="2000" dirty="0">
                <a:solidFill>
                  <a:srgbClr val="202020"/>
                </a:solidFill>
                <a:latin typeface="Microsoft JhengHei UI" panose="020B0604030504040204" pitchFamily="34" charset="-120"/>
              </a:rPr>
              <a:t>Golden </a:t>
            </a:r>
            <a:r>
              <a:rPr lang="zh-TW" altLang="en-US" sz="2000" dirty="0">
                <a:solidFill>
                  <a:srgbClr val="202020"/>
                </a:solidFill>
                <a:latin typeface="Microsoft JhengHei UI" panose="020B0604030504040204" pitchFamily="34" charset="-120"/>
              </a:rPr>
              <a:t>清單變動怎麼辦？</a:t>
            </a:r>
          </a:p>
          <a:p>
            <a:pPr>
              <a:spcAft>
                <a:spcPts val="800"/>
              </a:spcAft>
            </a:pPr>
            <a:r>
              <a:rPr lang="en-US" altLang="zh-TW" sz="2000" dirty="0">
                <a:solidFill>
                  <a:srgbClr val="202020"/>
                </a:solidFill>
                <a:latin typeface="Microsoft JhengHei UI" panose="020B0604030504040204" pitchFamily="34" charset="-120"/>
              </a:rPr>
              <a:t>A</a:t>
            </a:r>
            <a:r>
              <a:rPr lang="zh-TW" altLang="en-US" sz="2000" dirty="0">
                <a:solidFill>
                  <a:srgbClr val="202020"/>
                </a:solidFill>
                <a:latin typeface="Microsoft JhengHei UI" panose="020B0604030504040204" pitchFamily="34" charset="-120"/>
              </a:rPr>
              <a:t>：畫面會提醒新增</a:t>
            </a:r>
            <a:r>
              <a:rPr lang="en-US" altLang="zh-TW" sz="2000" dirty="0">
                <a:solidFill>
                  <a:srgbClr val="202020"/>
                </a:solidFill>
                <a:latin typeface="Microsoft JhengHei UI" panose="020B0604030504040204" pitchFamily="34" charset="-120"/>
              </a:rPr>
              <a:t>/</a:t>
            </a:r>
            <a:r>
              <a:rPr lang="zh-TW" altLang="en-US" sz="2000" dirty="0">
                <a:solidFill>
                  <a:srgbClr val="202020"/>
                </a:solidFill>
                <a:latin typeface="Microsoft JhengHei UI" panose="020B0604030504040204" pitchFamily="34" charset="-120"/>
              </a:rPr>
              <a:t>缺少數量，請重新確認忽略項目。</a:t>
            </a:r>
          </a:p>
          <a:p>
            <a:pPr>
              <a:spcAft>
                <a:spcPts val="800"/>
              </a:spcAft>
            </a:pPr>
            <a:r>
              <a:rPr lang="en-US" altLang="zh-TW" sz="2000" dirty="0">
                <a:solidFill>
                  <a:srgbClr val="202020"/>
                </a:solidFill>
                <a:latin typeface="Microsoft JhengHei UI" panose="020B0604030504040204" pitchFamily="34" charset="-120"/>
              </a:rPr>
              <a:t>Q</a:t>
            </a:r>
            <a:r>
              <a:rPr lang="zh-TW" altLang="en-US" sz="2000" dirty="0">
                <a:solidFill>
                  <a:srgbClr val="202020"/>
                </a:solidFill>
                <a:latin typeface="Microsoft JhengHei UI" panose="020B0604030504040204" pitchFamily="34" charset="-120"/>
              </a:rPr>
              <a:t>：</a:t>
            </a:r>
            <a:r>
              <a:rPr lang="en-US" altLang="zh-TW" sz="2000" dirty="0">
                <a:solidFill>
                  <a:srgbClr val="202020"/>
                </a:solidFill>
                <a:latin typeface="Microsoft JhengHei UI" panose="020B0604030504040204" pitchFamily="34" charset="-120"/>
              </a:rPr>
              <a:t>UNCHECK </a:t>
            </a:r>
            <a:r>
              <a:rPr lang="zh-TW" altLang="en-US" sz="2000" dirty="0">
                <a:solidFill>
                  <a:srgbClr val="202020"/>
                </a:solidFill>
                <a:latin typeface="Microsoft JhengHei UI" panose="020B0604030504040204" pitchFamily="34" charset="-120"/>
              </a:rPr>
              <a:t>多檔案會怎麼處理？</a:t>
            </a:r>
          </a:p>
          <a:p>
            <a:pPr>
              <a:spcAft>
                <a:spcPts val="800"/>
              </a:spcAft>
            </a:pPr>
            <a:r>
              <a:rPr lang="en-US" altLang="zh-TW" sz="2000" dirty="0">
                <a:solidFill>
                  <a:srgbClr val="202020"/>
                </a:solidFill>
                <a:latin typeface="Microsoft JhengHei UI" panose="020B0604030504040204" pitchFamily="34" charset="-120"/>
              </a:rPr>
              <a:t>A</a:t>
            </a:r>
            <a:r>
              <a:rPr lang="zh-TW" altLang="en-US" sz="2000" dirty="0">
                <a:solidFill>
                  <a:srgbClr val="202020"/>
                </a:solidFill>
                <a:latin typeface="Microsoft JhengHei UI" panose="020B0604030504040204" pitchFamily="34" charset="-120"/>
              </a:rPr>
              <a:t>：會列出並判定 </a:t>
            </a:r>
            <a:r>
              <a:rPr lang="en-US" altLang="zh-TW" sz="2000" dirty="0">
                <a:solidFill>
                  <a:srgbClr val="202020"/>
                </a:solidFill>
                <a:latin typeface="Microsoft JhengHei UI" panose="020B0604030504040204" pitchFamily="34" charset="-120"/>
              </a:rPr>
              <a:t>NG</a:t>
            </a:r>
            <a:r>
              <a:rPr lang="zh-TW" altLang="en-US" sz="2000" dirty="0">
                <a:solidFill>
                  <a:srgbClr val="202020"/>
                </a:solidFill>
                <a:latin typeface="Microsoft JhengHei UI" panose="020B0604030504040204" pitchFamily="34" charset="-120"/>
              </a:rPr>
              <a:t>。</a:t>
            </a:r>
          </a:p>
        </p:txBody>
      </p:sp>
      <p:sp>
        <p:nvSpPr>
          <p:cNvPr id="4" name="文字方塊 3">
            <a:extLst>
              <a:ext uri="{FF2B5EF4-FFF2-40B4-BE49-F238E27FC236}">
                <a16:creationId xmlns:a16="http://schemas.microsoft.com/office/drawing/2014/main" id="{2E478D7D-6F43-304F-4EF3-B1512A81AB70}"/>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13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1070191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B62778D-754D-854D-F737-803FCD893330}"/>
            </a:ext>
          </a:extLst>
        </p:cNvPr>
        <p:cNvGrpSpPr/>
        <p:nvPr/>
      </p:nvGrpSpPr>
      <p:grpSpPr>
        <a:xfrm>
          <a:off x="0" y="0"/>
          <a:ext cx="0" cy="0"/>
          <a:chOff x="0" y="0"/>
          <a:chExt cx="0" cy="0"/>
        </a:xfrm>
      </p:grpSpPr>
      <p:sp>
        <p:nvSpPr>
          <p:cNvPr id="2" name="Text Placeholder 7">
            <a:extLst>
              <a:ext uri="{FF2B5EF4-FFF2-40B4-BE49-F238E27FC236}">
                <a16:creationId xmlns:a16="http://schemas.microsoft.com/office/drawing/2014/main" id="{6DD395B3-824F-779E-1A02-30BE3BD728D9}"/>
              </a:ext>
            </a:extLst>
          </p:cNvPr>
          <p:cNvSpPr>
            <a:spLocks noGrp="1"/>
          </p:cNvSpPr>
          <p:nvPr>
            <p:ph type="body" sz="quarter" idx="11"/>
          </p:nvPr>
        </p:nvSpPr>
        <p:spPr/>
        <p:txBody>
          <a:bodyPr/>
          <a:lstStyle/>
          <a:p>
            <a:endParaRPr lang="en-US"/>
          </a:p>
        </p:txBody>
      </p:sp>
      <p:sp>
        <p:nvSpPr>
          <p:cNvPr id="3" name="Text Placeholder 6">
            <a:extLst>
              <a:ext uri="{FF2B5EF4-FFF2-40B4-BE49-F238E27FC236}">
                <a16:creationId xmlns:a16="http://schemas.microsoft.com/office/drawing/2014/main" id="{6F990D00-6F21-88A2-7EBA-1674160F5BB1}"/>
              </a:ext>
            </a:extLst>
          </p:cNvPr>
          <p:cNvSpPr>
            <a:spLocks noGrp="1"/>
          </p:cNvSpPr>
          <p:nvPr>
            <p:ph type="body" sz="quarter" idx="16"/>
          </p:nvPr>
        </p:nvSpPr>
        <p:spPr/>
        <p:txBody>
          <a:bodyPr/>
          <a:lstStyle/>
          <a:p>
            <a:endParaRPr lang="en-US"/>
          </a:p>
        </p:txBody>
      </p:sp>
      <p:sp>
        <p:nvSpPr>
          <p:cNvPr id="4" name="Text Placeholder 5">
            <a:extLst>
              <a:ext uri="{FF2B5EF4-FFF2-40B4-BE49-F238E27FC236}">
                <a16:creationId xmlns:a16="http://schemas.microsoft.com/office/drawing/2014/main" id="{69503B26-20D4-EA64-09F4-C3E863F19532}"/>
              </a:ext>
            </a:extLst>
          </p:cNvPr>
          <p:cNvSpPr>
            <a:spLocks noGrp="1"/>
          </p:cNvSpPr>
          <p:nvPr>
            <p:ph type="body" sz="quarter" idx="14"/>
          </p:nvPr>
        </p:nvSpPr>
        <p:spPr/>
        <p:txBody>
          <a:bodyPr/>
          <a:lstStyle/>
          <a:p>
            <a:endParaRPr lang="en-US" noProof="0"/>
          </a:p>
        </p:txBody>
      </p:sp>
      <p:sp>
        <p:nvSpPr>
          <p:cNvPr id="5" name="Title 4">
            <a:extLst>
              <a:ext uri="{FF2B5EF4-FFF2-40B4-BE49-F238E27FC236}">
                <a16:creationId xmlns:a16="http://schemas.microsoft.com/office/drawing/2014/main" id="{09E483B4-84CD-42FA-BDC9-7C3029A06417}"/>
              </a:ext>
            </a:extLst>
          </p:cNvPr>
          <p:cNvSpPr>
            <a:spLocks noGrp="1"/>
          </p:cNvSpPr>
          <p:nvPr>
            <p:ph type="title"/>
          </p:nvPr>
        </p:nvSpPr>
        <p:spPr/>
        <p:txBody>
          <a:bodyPr/>
          <a:lstStyle/>
          <a:p>
            <a:endParaRPr lang="en-US" noProof="0"/>
          </a:p>
        </p:txBody>
      </p:sp>
      <p:sp>
        <p:nvSpPr>
          <p:cNvPr id="8" name="文字方塊 7">
            <a:extLst>
              <a:ext uri="{FF2B5EF4-FFF2-40B4-BE49-F238E27FC236}">
                <a16:creationId xmlns:a16="http://schemas.microsoft.com/office/drawing/2014/main" id="{4C56A67D-9132-419E-5FB4-F86005963552}"/>
              </a:ext>
            </a:extLst>
          </p:cNvPr>
          <p:cNvSpPr txBox="1"/>
          <p:nvPr/>
        </p:nvSpPr>
        <p:spPr>
          <a:xfrm>
            <a:off x="13843000" y="8128000"/>
            <a:ext cx="1270000" cy="307777"/>
          </a:xfrm>
          <a:prstGeom prst="rect">
            <a:avLst/>
          </a:prstGeom>
          <a:noFill/>
        </p:spPr>
        <p:txBody>
          <a:bodyPr vert="horz" wrap="square" lIns="101600" tIns="76200" rIns="101600" bIns="76200" rtlCol="0">
            <a:spAutoFit/>
          </a:bodyPr>
          <a:lstStyle/>
          <a:p>
            <a:pPr algn="r"/>
            <a:r>
              <a:rPr lang="en-US" altLang="zh-TW" sz="1000">
                <a:solidFill>
                  <a:srgbClr val="666666"/>
                </a:solidFill>
                <a:latin typeface="Microsoft JhengHei UI" panose="020B0604030504040204" pitchFamily="34" charset="-120"/>
              </a:rPr>
              <a:t>14 / 14</a:t>
            </a:r>
            <a:endParaRPr lang="zh-TW" altLang="en-US" sz="1000">
              <a:solidFill>
                <a:srgbClr val="666666"/>
              </a:solidFill>
              <a:latin typeface="Microsoft JhengHei UI" panose="020B0604030504040204" pitchFamily="34" charset="-120"/>
            </a:endParaRPr>
          </a:p>
        </p:txBody>
      </p:sp>
    </p:spTree>
    <p:extLst>
      <p:ext uri="{BB962C8B-B14F-4D97-AF65-F5344CB8AC3E}">
        <p14:creationId xmlns:p14="http://schemas.microsoft.com/office/powerpoint/2010/main" val="38564250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0D260408-D13A-4B67-B71E-0B80435FC78D"/>
  <p:tag name="ISPRING_SCORM_RATE_SLIDES" val="1"/>
  <p:tag name="ISPRING_SCORM_RATE_QUIZZES" val="0"/>
  <p:tag name="ISPRING_SCORM_PASSING_SCORE" val="100.0000000000"/>
  <p:tag name="ISPRING_SCORM_ENDPOINT" val="&lt;endpoint&gt;&lt;enable&gt;0&lt;/enable&gt;&lt;lrs&gt;http://&lt;/lrs&gt;&lt;auth&gt;0&lt;/auth&gt;&lt;login&gt;&lt;/login&gt;&lt;password&gt;&lt;/password&gt;&lt;key&gt;&lt;/key&gt;&lt;name&gt;&lt;/name&gt;&lt;email&gt;&lt;/email&gt;&lt;/endpoint&gt;&#10;"/>
  <p:tag name="ISPRINGONLINEFOLDERID" val="0"/>
  <p:tag name="ISPRINGONLINEFOLDERPATH" val="Content List"/>
  <p:tag name="ISPRING_RESOURCE_PATHS_HASH_2" val="d9fee9de11718536b3c065785a54cca1c97fc"/>
  <p:tag name="ISPRING_RESOURCE_PATHS_HASH_PRESENTER" val="d9595f5650e1be128cd68d5dfdeb3180f639adab"/>
</p:tagLst>
</file>

<file path=ppt/theme/theme1.xml><?xml version="1.0" encoding="utf-8"?>
<a:theme xmlns:a="http://schemas.openxmlformats.org/drawingml/2006/main" name="Beckhoff Standard Slide Master">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3BE55049-09A4-4588-9702-B542DE67BBC2}"/>
    </a:ext>
  </a:extLst>
</a:theme>
</file>

<file path=ppt/theme/theme2.xml><?xml version="1.0" encoding="utf-8"?>
<a:theme xmlns:a="http://schemas.openxmlformats.org/drawingml/2006/main" name="Studio Set – For film studio use only!">
  <a:themeElements>
    <a:clrScheme name="Test_Beckhoff_2020_v2">
      <a:dk1>
        <a:srgbClr val="000000"/>
      </a:dk1>
      <a:lt1>
        <a:sysClr val="window" lastClr="FFFFFF"/>
      </a:lt1>
      <a:dk2>
        <a:srgbClr val="627186"/>
      </a:dk2>
      <a:lt2>
        <a:srgbClr val="E5E8EC"/>
      </a:lt2>
      <a:accent1>
        <a:srgbClr val="B3BCC8"/>
      </a:accent1>
      <a:accent2>
        <a:srgbClr val="2D76AD"/>
      </a:accent2>
      <a:accent3>
        <a:srgbClr val="414D5C"/>
      </a:accent3>
      <a:accent4>
        <a:srgbClr val="EF0000"/>
      </a:accent4>
      <a:accent5>
        <a:srgbClr val="B5D4EC"/>
      </a:accent5>
      <a:accent6>
        <a:srgbClr val="770000"/>
      </a:accent6>
      <a:hlink>
        <a:srgbClr val="2D76AD"/>
      </a:hlink>
      <a:folHlink>
        <a:srgbClr val="2D76AD"/>
      </a:folHlink>
    </a:clrScheme>
    <a:fontScheme name="Beckhof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6350">
          <a:noFill/>
          <a:miter lim="800000"/>
        </a:ln>
      </a:spPr>
      <a:bodyPr lIns="90000" rIns="90000" rtlCol="0" anchor="t"/>
      <a:lstStyle>
        <a:defPPr marL="266700" marR="0" indent="-266700" algn="l" defTabSz="914400" rtl="0" eaLnBrk="1" fontAlgn="auto" latinLnBrk="0" hangingPunct="1">
          <a:lnSpc>
            <a:spcPct val="100000"/>
          </a:lnSpc>
          <a:spcBef>
            <a:spcPts val="600"/>
          </a:spcBef>
          <a:spcAft>
            <a:spcPts val="0"/>
          </a:spcAft>
          <a:buClrTx/>
          <a:buSzTx/>
          <a:buFont typeface="Wingdings" pitchFamily="2" charset="2"/>
          <a:buChar char="§"/>
          <a:tabLst/>
          <a:defRPr sz="1800" kern="1200" baseline="0" dirty="0" smtClean="0">
            <a:solidFill>
              <a:schemeClr val="tx1"/>
            </a:solidFill>
            <a:latin typeface="+mj-lt"/>
            <a:ea typeface="+mn-ea"/>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tx1"/>
          </a:solidFill>
          <a:miter lim="800000"/>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Presentation1" id="{115CB5D5-46FF-4B19-87C5-7EDAA2422B27}" vid="{16A5FBA8-539C-477A-A437-E8172024C034}"/>
    </a:ext>
  </a:extLst>
</a:theme>
</file>

<file path=ppt/theme/theme3.xml><?xml version="1.0" encoding="utf-8"?>
<a:theme xmlns:a="http://schemas.openxmlformats.org/drawingml/2006/main" name="Larissa">
  <a:themeElements>
    <a:clrScheme name="Beckhoff">
      <a:dk1>
        <a:srgbClr val="000000"/>
      </a:dk1>
      <a:lt1>
        <a:sysClr val="window" lastClr="FFFFFF"/>
      </a:lt1>
      <a:dk2>
        <a:srgbClr val="CCD2DA"/>
      </a:dk2>
      <a:lt2>
        <a:srgbClr val="9AA6B6"/>
      </a:lt2>
      <a:accent1>
        <a:srgbClr val="8190A4"/>
      </a:accent1>
      <a:accent2>
        <a:srgbClr val="2D76AD"/>
      </a:accent2>
      <a:accent3>
        <a:srgbClr val="4B5669"/>
      </a:accent3>
      <a:accent4>
        <a:srgbClr val="CCD2DA"/>
      </a:accent4>
      <a:accent5>
        <a:srgbClr val="000000"/>
      </a:accent5>
      <a:accent6>
        <a:srgbClr val="B5D4EC"/>
      </a:accent6>
      <a:hlink>
        <a:srgbClr val="2D76AD"/>
      </a:hlink>
      <a:folHlink>
        <a:srgbClr val="2D76A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6664CB276429B41BF353034279E6001" ma:contentTypeVersion="3" ma:contentTypeDescription="Create a new document." ma:contentTypeScope="" ma:versionID="d0e7ac2a935f34d533945a57df77b648">
  <xsd:schema xmlns:xsd="http://www.w3.org/2001/XMLSchema" xmlns:xs="http://www.w3.org/2001/XMLSchema" xmlns:p="http://schemas.microsoft.com/office/2006/metadata/properties" xmlns:ns2="84456ae0-d9c1-4bc5-abba-431b08aa5ed8" xmlns:ns3="9f7c69d3-67e4-405b-9b8d-c23032750dbb" targetNamespace="http://schemas.microsoft.com/office/2006/metadata/properties" ma:root="true" ma:fieldsID="11068a431d55829fe018cf2ca88a481e" ns2:_="" ns3:_="">
    <xsd:import namespace="84456ae0-d9c1-4bc5-abba-431b08aa5ed8"/>
    <xsd:import namespace="9f7c69d3-67e4-405b-9b8d-c23032750d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MediaServiceBillingMetadata"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456ae0-d9c1-4bc5-abba-431b08aa5e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f7c69d3-67e4-405b-9b8d-c23032750dbb" elementFormDefault="qualified">
    <xsd:import namespace="http://schemas.microsoft.com/office/2006/documentManagement/types"/>
    <xsd:import namespace="http://schemas.microsoft.com/office/infopath/2007/PartnerControls"/>
    <xsd:element name="MediaServiceBillingMetadata" ma:index="12" nillable="true" ma:displayName="MediaServiceBillingMetadata" ma:hidden="true" ma:internalName="MediaServiceBillingMetadata" ma:readOnly="true">
      <xsd:simpleType>
        <xsd:restriction base="dms:Note"/>
      </xsd:simpleType>
    </xsd:element>
    <xsd:element name="_Flow_SignoffStatus" ma:index="13" nillable="true" ma:displayName="Sign-off status" ma:internalName="_x0024_Resources_x003a_core_x002c_Signoff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Flow_SignoffStatus xmlns="9f7c69d3-67e4-405b-9b8d-c23032750dbb" xsi:nil="true"/>
  </documentManagement>
</p:properties>
</file>

<file path=customXml/itemProps1.xml><?xml version="1.0" encoding="utf-8"?>
<ds:datastoreItem xmlns:ds="http://schemas.openxmlformats.org/officeDocument/2006/customXml" ds:itemID="{DB0024D2-3EC9-44DF-9166-798279BF4971}">
  <ds:schemaRefs>
    <ds:schemaRef ds:uri="http://schemas.microsoft.com/sharepoint/v3/contenttype/forms"/>
  </ds:schemaRefs>
</ds:datastoreItem>
</file>

<file path=customXml/itemProps2.xml><?xml version="1.0" encoding="utf-8"?>
<ds:datastoreItem xmlns:ds="http://schemas.openxmlformats.org/officeDocument/2006/customXml" ds:itemID="{E21BE9AF-27A9-4ED5-B1CD-9348B6E2BD7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4456ae0-d9c1-4bc5-abba-431b08aa5ed8"/>
    <ds:schemaRef ds:uri="9f7c69d3-67e4-405b-9b8d-c23032750db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88412E1-A1B9-48AC-BC8D-E562D2621251}">
  <ds:schemaRefs>
    <ds:schemaRef ds:uri="http://purl.org/dc/terms/"/>
    <ds:schemaRef ds:uri="84456ae0-d9c1-4bc5-abba-431b08aa5ed8"/>
    <ds:schemaRef ds:uri="http://purl.org/dc/dcmitype/"/>
    <ds:schemaRef ds:uri="http://www.w3.org/XML/1998/namespace"/>
    <ds:schemaRef ds:uri="9f7c69d3-67e4-405b-9b8d-c23032750dbb"/>
    <ds:schemaRef ds:uri="http://schemas.microsoft.com/office/2006/documentManagement/types"/>
    <ds:schemaRef ds:uri="http://purl.org/dc/elements/1.1/"/>
    <ds:schemaRef ds:uri="http://schemas.microsoft.com/office/2006/metadata/properti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blank</Template>
  <TotalTime>0</TotalTime>
  <Words>716</Words>
  <Application>Microsoft Office PowerPoint</Application>
  <PresentationFormat>寬螢幕</PresentationFormat>
  <Paragraphs>75</Paragraphs>
  <Slides>14</Slides>
  <Notes>1</Notes>
  <HiddenSlides>1</HiddenSlides>
  <MMClips>0</MMClips>
  <ScaleCrop>false</ScaleCrop>
  <HeadingPairs>
    <vt:vector size="6" baseType="variant">
      <vt:variant>
        <vt:lpstr>使用字型</vt:lpstr>
      </vt:variant>
      <vt:variant>
        <vt:i4>5</vt:i4>
      </vt:variant>
      <vt:variant>
        <vt:lpstr>佈景主題</vt:lpstr>
      </vt:variant>
      <vt:variant>
        <vt:i4>2</vt:i4>
      </vt:variant>
      <vt:variant>
        <vt:lpstr>投影片標題</vt:lpstr>
      </vt:variant>
      <vt:variant>
        <vt:i4>14</vt:i4>
      </vt:variant>
    </vt:vector>
  </HeadingPairs>
  <TitlesOfParts>
    <vt:vector size="21" baseType="lpstr">
      <vt:lpstr>Microsoft JhengHei UI</vt:lpstr>
      <vt:lpstr>Arial</vt:lpstr>
      <vt:lpstr>Calibri</vt:lpstr>
      <vt:lpstr>Symbol</vt:lpstr>
      <vt:lpstr>Wingdings</vt:lpstr>
      <vt:lpstr>Beckhoff Standard Slide Master</vt:lpstr>
      <vt:lpstr>Studio Set – For film studio use only!</vt:lpstr>
      <vt:lpstr>HashCode .tpzip MD5 校驗工具</vt:lpstr>
      <vt:lpstr>前言</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元亨 黃</dc:creator>
  <cp:keywords/>
  <cp:lastModifiedBy>Bluce Lai</cp:lastModifiedBy>
  <cp:revision>9</cp:revision>
  <cp:lastPrinted>2016-06-28T12:26:43Z</cp:lastPrinted>
  <dcterms:created xsi:type="dcterms:W3CDTF">2025-11-25T05:19:09Z</dcterms:created>
  <dcterms:modified xsi:type="dcterms:W3CDTF">2026-06-10T05:19:35Z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0x01010086664CB276429B41BF353034279E6001</vt:lpwstr>
  </property>
</Properties>
</file>